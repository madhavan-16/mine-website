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sldIdLst>
    <p:sldId id="256" r:id="rId5"/>
    <p:sldId id="258" r:id="rId6"/>
    <p:sldId id="257" r:id="rId7"/>
    <p:sldId id="260" r:id="rId8"/>
    <p:sldId id="261" r:id="rId9"/>
    <p:sldId id="263" r:id="rId10"/>
    <p:sldId id="262" r:id="rId11"/>
    <p:sldId id="264" r:id="rId12"/>
    <p:sldId id="26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849626-40A6-4BB2-BF14-5AC19A629EB2}" v="9" dt="2025-12-11T05:14:54.7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4" d="100"/>
          <a:sy n="64" d="100"/>
        </p:scale>
        <p:origin x="8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presProps" Target="presProps.xml"/><Relationship Id="rId10" Type="http://schemas.openxmlformats.org/officeDocument/2006/relationships/slide" Target="slides/slide6.xml"/><Relationship Id="rId19"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ilson M" userId="S::1000063340@hexaware.com::2fa4796a-ad81-4422-8446-6bd7940aef96" providerId="AD" clId="Web-{B0849626-40A6-4BB2-BF14-5AC19A629EB2}"/>
    <pc:docChg chg="modSld">
      <pc:chgData name="Wilson M" userId="S::1000063340@hexaware.com::2fa4796a-ad81-4422-8446-6bd7940aef96" providerId="AD" clId="Web-{B0849626-40A6-4BB2-BF14-5AC19A629EB2}" dt="2025-12-11T05:14:54.133" v="6" actId="20577"/>
      <pc:docMkLst>
        <pc:docMk/>
      </pc:docMkLst>
      <pc:sldChg chg="modSp">
        <pc:chgData name="Wilson M" userId="S::1000063340@hexaware.com::2fa4796a-ad81-4422-8446-6bd7940aef96" providerId="AD" clId="Web-{B0849626-40A6-4BB2-BF14-5AC19A629EB2}" dt="2025-12-11T05:14:54.133" v="6" actId="20577"/>
        <pc:sldMkLst>
          <pc:docMk/>
          <pc:sldMk cId="1024242297" sldId="256"/>
        </pc:sldMkLst>
        <pc:spChg chg="mod">
          <ac:chgData name="Wilson M" userId="S::1000063340@hexaware.com::2fa4796a-ad81-4422-8446-6bd7940aef96" providerId="AD" clId="Web-{B0849626-40A6-4BB2-BF14-5AC19A629EB2}" dt="2025-12-11T05:14:54.133" v="6" actId="20577"/>
          <ac:spMkLst>
            <pc:docMk/>
            <pc:sldMk cId="1024242297" sldId="256"/>
            <ac:spMk id="2" creationId="{76A63A79-9E0F-8A25-BAFD-E8FE1222E657}"/>
          </ac:spMkLst>
        </pc:sp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ata2.xml.rels><?xml version="1.0" encoding="UTF-8" standalone="yes"?>
<Relationships xmlns="http://schemas.openxmlformats.org/package/2006/relationships"><Relationship Id="rId1" Type="http://schemas.openxmlformats.org/officeDocument/2006/relationships/hyperlink" Target="https://apc01.safelinks.protection.outlook.com/?url=https%3A%2F%2Fhexaware.sumtotal.host%2Fcore%2FpillarRedirect%3FrelyingParty%3DLM%26lang%3Den-us%26url%3Dapp%2Fmanagement%2FLMS_ActDetails.aspx%253FActivityId%253D123838%2526UserMode%253D0&amp;data=05%7C02%7CWilsonM%40hexaware.com%7Cdf7afd7895154156bdf508de25b009eb%7C7c0c36f5af834c2488449962e0163719%7C0%7C0%7C638989635198160599%7CUnknown%7CTWFpbGZsb3d8eyJFbXB0eU1hcGkiOnRydWUsIlYiOiIwLjAuMDAwMCIsIlAiOiJXaW4zMiIsIkFOIjoiTWFpbCIsIldUIjoyfQ%3D%3D%7C0%7C%7C%7C&amp;sdata=NC4ElhG6mOkY7iscDY%2FgKceKQ%2FdKcdSibbImlFu5N2I%3D&amp;reserved=0" TargetMode="External"/></Relationships>
</file>

<file path=ppt/diagrams/_rels/data3.xml.rels><?xml version="1.0" encoding="UTF-8" standalone="yes"?>
<Relationships xmlns="http://schemas.openxmlformats.org/package/2006/relationships"><Relationship Id="rId1" Type="http://schemas.openxmlformats.org/officeDocument/2006/relationships/hyperlink" Target="https://www.youtube.com/@freeportfcx/videos" TargetMode="External"/></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s>
</file>

<file path=ppt/diagrams/_rels/drawing2.xml.rels><?xml version="1.0" encoding="UTF-8" standalone="yes"?>
<Relationships xmlns="http://schemas.openxmlformats.org/package/2006/relationships"><Relationship Id="rId1" Type="http://schemas.openxmlformats.org/officeDocument/2006/relationships/hyperlink" Target="https://apc01.safelinks.protection.outlook.com/?url=https%3A%2F%2Fhexaware.sumtotal.host%2Fcore%2FpillarRedirect%3FrelyingParty%3DLM%26lang%3Den-us%26url%3Dapp%2Fmanagement%2FLMS_ActDetails.aspx%253FActivityId%253D123838%2526UserMode%253D0&amp;data=05%7C02%7CWilsonM%40hexaware.com%7Cdf7afd7895154156bdf508de25b009eb%7C7c0c36f5af834c2488449962e0163719%7C0%7C0%7C638989635198160599%7CUnknown%7CTWFpbGZsb3d8eyJFbXB0eU1hcGkiOnRydWUsIlYiOiIwLjAuMDAwMCIsIlAiOiJXaW4zMiIsIkFOIjoiTWFpbCIsIldUIjoyfQ%3D%3D%7C0%7C%7C%7C&amp;sdata=NC4ElhG6mOkY7iscDY%2FgKceKQ%2FdKcdSibbImlFu5N2I%3D&amp;reserved=0" TargetMode="External"/></Relationships>
</file>

<file path=ppt/diagrams/_rels/drawing3.xml.rels><?xml version="1.0" encoding="UTF-8" standalone="yes"?>
<Relationships xmlns="http://schemas.openxmlformats.org/package/2006/relationships"><Relationship Id="rId1" Type="http://schemas.openxmlformats.org/officeDocument/2006/relationships/hyperlink" Target="https://www.youtube.com/@freeportfcx/videos" TargetMode="External"/></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56188F-E1FC-4043-A94A-2D3FFC1CE743}"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25E1C302-3FB0-42EF-BCE0-BBC7F48CE06C}">
      <dgm:prSet custT="1"/>
      <dgm:spPr/>
      <dgm:t>
        <a:bodyPr/>
        <a:lstStyle/>
        <a:p>
          <a:pPr>
            <a:lnSpc>
              <a:spcPct val="100000"/>
            </a:lnSpc>
            <a:defRPr cap="all"/>
          </a:pPr>
          <a:r>
            <a:rPr lang="en-US" sz="2000" b="1" dirty="0"/>
            <a:t>Day 1  </a:t>
          </a:r>
          <a:r>
            <a:rPr lang="en-US" sz="1600" b="0" dirty="0"/>
            <a:t>Onboarding Process</a:t>
          </a:r>
        </a:p>
      </dgm:t>
    </dgm:pt>
    <dgm:pt modelId="{0D37778F-0D46-48EB-AFA1-6E7BA90274D1}" type="parTrans" cxnId="{B87F0E75-C939-445B-BAB8-D0A8773A1C3C}">
      <dgm:prSet/>
      <dgm:spPr/>
      <dgm:t>
        <a:bodyPr/>
        <a:lstStyle/>
        <a:p>
          <a:endParaRPr lang="en-US"/>
        </a:p>
      </dgm:t>
    </dgm:pt>
    <dgm:pt modelId="{E32A8A4E-9CC4-4D93-AF93-6828B34017E0}" type="sibTrans" cxnId="{B87F0E75-C939-445B-BAB8-D0A8773A1C3C}">
      <dgm:prSet/>
      <dgm:spPr/>
      <dgm:t>
        <a:bodyPr/>
        <a:lstStyle/>
        <a:p>
          <a:endParaRPr lang="en-US"/>
        </a:p>
      </dgm:t>
    </dgm:pt>
    <dgm:pt modelId="{9FE5B1DA-4110-475C-8ADE-CA8EE1AB36FD}">
      <dgm:prSet custT="1"/>
      <dgm:spPr/>
      <dgm:t>
        <a:bodyPr/>
        <a:lstStyle/>
        <a:p>
          <a:pPr>
            <a:lnSpc>
              <a:spcPct val="100000"/>
            </a:lnSpc>
            <a:defRPr cap="all"/>
          </a:pPr>
          <a:r>
            <a:rPr lang="en-US" sz="2000" b="1" dirty="0"/>
            <a:t>Day 2 </a:t>
          </a:r>
        </a:p>
        <a:p>
          <a:pPr>
            <a:lnSpc>
              <a:spcPct val="100000"/>
            </a:lnSpc>
            <a:defRPr cap="all"/>
          </a:pPr>
          <a:r>
            <a:rPr lang="en-US" sz="1600" b="0" dirty="0"/>
            <a:t>Know Your Customer and Hexaware </a:t>
          </a:r>
        </a:p>
        <a:p>
          <a:pPr>
            <a:lnSpc>
              <a:spcPct val="100000"/>
            </a:lnSpc>
            <a:defRPr cap="all"/>
          </a:pPr>
          <a:r>
            <a:rPr lang="en-US" sz="1600" b="0" dirty="0"/>
            <a:t>SQL Refresh and Quiz and </a:t>
          </a:r>
        </a:p>
      </dgm:t>
    </dgm:pt>
    <dgm:pt modelId="{5E86E6BF-76DF-4898-B862-E79C0530FEC6}" type="parTrans" cxnId="{6782411A-12EC-4372-9B22-9721CD9734C6}">
      <dgm:prSet/>
      <dgm:spPr/>
      <dgm:t>
        <a:bodyPr/>
        <a:lstStyle/>
        <a:p>
          <a:endParaRPr lang="en-US"/>
        </a:p>
      </dgm:t>
    </dgm:pt>
    <dgm:pt modelId="{7E0F4992-A2DE-4B71-A1D4-2794D4FABCA8}" type="sibTrans" cxnId="{6782411A-12EC-4372-9B22-9721CD9734C6}">
      <dgm:prSet/>
      <dgm:spPr/>
      <dgm:t>
        <a:bodyPr/>
        <a:lstStyle/>
        <a:p>
          <a:endParaRPr lang="en-US"/>
        </a:p>
      </dgm:t>
    </dgm:pt>
    <dgm:pt modelId="{6963D903-5089-47EE-BF85-2690D20BFEF3}">
      <dgm:prSet custT="1"/>
      <dgm:spPr/>
      <dgm:t>
        <a:bodyPr/>
        <a:lstStyle/>
        <a:p>
          <a:pPr>
            <a:lnSpc>
              <a:spcPct val="100000"/>
            </a:lnSpc>
            <a:defRPr cap="all"/>
          </a:pPr>
          <a:r>
            <a:rPr lang="en-US" sz="2000" b="1" dirty="0"/>
            <a:t>Day 3  </a:t>
          </a:r>
          <a:r>
            <a:rPr lang="en-US" sz="1600" dirty="0"/>
            <a:t>Snowflake Refresh </a:t>
          </a:r>
        </a:p>
        <a:p>
          <a:pPr>
            <a:lnSpc>
              <a:spcPct val="100000"/>
            </a:lnSpc>
            <a:defRPr cap="all"/>
          </a:pPr>
          <a:r>
            <a:rPr lang="en-US" sz="1600" dirty="0"/>
            <a:t>and Quiz(One Week Of Time)</a:t>
          </a:r>
        </a:p>
      </dgm:t>
    </dgm:pt>
    <dgm:pt modelId="{9069E694-28DB-48FD-AC40-45966CDFE1B0}" type="parTrans" cxnId="{216FCF50-FFF4-4502-8298-33B9F52FD4E4}">
      <dgm:prSet/>
      <dgm:spPr/>
      <dgm:t>
        <a:bodyPr/>
        <a:lstStyle/>
        <a:p>
          <a:endParaRPr lang="en-US"/>
        </a:p>
      </dgm:t>
    </dgm:pt>
    <dgm:pt modelId="{4DE14028-6FA2-4091-8621-60259EFA7430}" type="sibTrans" cxnId="{216FCF50-FFF4-4502-8298-33B9F52FD4E4}">
      <dgm:prSet/>
      <dgm:spPr/>
      <dgm:t>
        <a:bodyPr/>
        <a:lstStyle/>
        <a:p>
          <a:endParaRPr lang="en-US"/>
        </a:p>
      </dgm:t>
    </dgm:pt>
    <dgm:pt modelId="{100E2EB6-F5AE-408B-BE09-DEEBC81B01C4}">
      <dgm:prSet custT="1"/>
      <dgm:spPr/>
      <dgm:t>
        <a:bodyPr/>
        <a:lstStyle/>
        <a:p>
          <a:pPr>
            <a:lnSpc>
              <a:spcPct val="100000"/>
            </a:lnSpc>
            <a:defRPr cap="all"/>
          </a:pPr>
          <a:r>
            <a:rPr lang="en-US" sz="2000" b="1" dirty="0"/>
            <a:t>Day 4 </a:t>
          </a:r>
        </a:p>
        <a:p>
          <a:pPr>
            <a:lnSpc>
              <a:spcPct val="100000"/>
            </a:lnSpc>
            <a:defRPr cap="all"/>
          </a:pPr>
          <a:r>
            <a:rPr lang="en-US" sz="2000" dirty="0"/>
            <a:t> </a:t>
          </a:r>
          <a:r>
            <a:rPr lang="en-US" sz="1600" dirty="0"/>
            <a:t>ETL Patterns (For ETL Developers</a:t>
          </a:r>
          <a:r>
            <a:rPr lang="en-US" sz="2000" dirty="0"/>
            <a:t>)</a:t>
          </a:r>
        </a:p>
      </dgm:t>
    </dgm:pt>
    <dgm:pt modelId="{C105B558-5A86-4A0F-999B-9B13A6E680E3}" type="parTrans" cxnId="{219B934D-0135-4EDB-99FA-1DFE714A0170}">
      <dgm:prSet/>
      <dgm:spPr/>
      <dgm:t>
        <a:bodyPr/>
        <a:lstStyle/>
        <a:p>
          <a:endParaRPr lang="en-US"/>
        </a:p>
      </dgm:t>
    </dgm:pt>
    <dgm:pt modelId="{63C6B990-F4F8-45E2-8F20-4B5DCBD3C3E2}" type="sibTrans" cxnId="{219B934D-0135-4EDB-99FA-1DFE714A0170}">
      <dgm:prSet/>
      <dgm:spPr/>
      <dgm:t>
        <a:bodyPr/>
        <a:lstStyle/>
        <a:p>
          <a:endParaRPr lang="en-US"/>
        </a:p>
      </dgm:t>
    </dgm:pt>
    <dgm:pt modelId="{1312AE03-3C75-4590-9A14-F878E3427E41}">
      <dgm:prSet custT="1"/>
      <dgm:spPr/>
      <dgm:t>
        <a:bodyPr/>
        <a:lstStyle/>
        <a:p>
          <a:pPr>
            <a:lnSpc>
              <a:spcPct val="100000"/>
            </a:lnSpc>
            <a:defRPr cap="all"/>
          </a:pPr>
          <a:r>
            <a:rPr lang="en-US" sz="2000" b="1" dirty="0"/>
            <a:t>Day 5 </a:t>
          </a:r>
          <a:r>
            <a:rPr lang="en-US" sz="2000" dirty="0"/>
            <a:t> </a:t>
          </a:r>
          <a:r>
            <a:rPr lang="en-US" sz="1600" dirty="0"/>
            <a:t>Reporting</a:t>
          </a:r>
        </a:p>
        <a:p>
          <a:pPr>
            <a:lnSpc>
              <a:spcPct val="100000"/>
            </a:lnSpc>
            <a:defRPr cap="all"/>
          </a:pPr>
          <a:r>
            <a:rPr lang="en-US" sz="1600" dirty="0"/>
            <a:t>-Power BI</a:t>
          </a:r>
        </a:p>
        <a:p>
          <a:pPr>
            <a:lnSpc>
              <a:spcPct val="100000"/>
            </a:lnSpc>
            <a:defRPr cap="all"/>
          </a:pPr>
          <a:r>
            <a:rPr lang="en-US" sz="1600" dirty="0"/>
            <a:t>Refresh </a:t>
          </a:r>
        </a:p>
      </dgm:t>
    </dgm:pt>
    <dgm:pt modelId="{75765072-2DDA-4B32-8F31-3F65235FEE73}" type="parTrans" cxnId="{1D685738-5967-46E6-8207-0F544BD72641}">
      <dgm:prSet/>
      <dgm:spPr/>
      <dgm:t>
        <a:bodyPr/>
        <a:lstStyle/>
        <a:p>
          <a:endParaRPr lang="en-US"/>
        </a:p>
      </dgm:t>
    </dgm:pt>
    <dgm:pt modelId="{DC1308E3-837B-405A-B3BB-1E52C765D016}" type="sibTrans" cxnId="{1D685738-5967-46E6-8207-0F544BD72641}">
      <dgm:prSet/>
      <dgm:spPr/>
      <dgm:t>
        <a:bodyPr/>
        <a:lstStyle/>
        <a:p>
          <a:endParaRPr lang="en-US"/>
        </a:p>
      </dgm:t>
    </dgm:pt>
    <dgm:pt modelId="{ADB0D19C-91C8-46E5-8BA7-20406D09BEB3}">
      <dgm:prSet custT="1"/>
      <dgm:spPr/>
      <dgm:t>
        <a:bodyPr/>
        <a:lstStyle/>
        <a:p>
          <a:pPr>
            <a:lnSpc>
              <a:spcPct val="100000"/>
            </a:lnSpc>
            <a:defRPr cap="all"/>
          </a:pPr>
          <a:r>
            <a:rPr lang="en-US" sz="1600" dirty="0"/>
            <a:t>After a week</a:t>
          </a:r>
        </a:p>
        <a:p>
          <a:pPr>
            <a:lnSpc>
              <a:spcPct val="100000"/>
            </a:lnSpc>
            <a:defRPr cap="all"/>
          </a:pPr>
          <a:r>
            <a:rPr lang="en-US" sz="1600" dirty="0"/>
            <a:t> Project Specific KT by respective Teams</a:t>
          </a:r>
        </a:p>
      </dgm:t>
    </dgm:pt>
    <dgm:pt modelId="{69982315-C3F1-4D90-B712-70A79C7C5C34}" type="parTrans" cxnId="{785B01AD-6955-4F4E-A0C0-DD6D13FFBD55}">
      <dgm:prSet/>
      <dgm:spPr/>
      <dgm:t>
        <a:bodyPr/>
        <a:lstStyle/>
        <a:p>
          <a:endParaRPr lang="en-US"/>
        </a:p>
      </dgm:t>
    </dgm:pt>
    <dgm:pt modelId="{671EDF3C-EBE3-4817-97D5-09B321F505EF}" type="sibTrans" cxnId="{785B01AD-6955-4F4E-A0C0-DD6D13FFBD55}">
      <dgm:prSet/>
      <dgm:spPr/>
      <dgm:t>
        <a:bodyPr/>
        <a:lstStyle/>
        <a:p>
          <a:endParaRPr lang="en-US"/>
        </a:p>
      </dgm:t>
    </dgm:pt>
    <dgm:pt modelId="{8EAB8697-E6D1-4205-83C9-7BE176C4974A}" type="pres">
      <dgm:prSet presAssocID="{E956188F-E1FC-4043-A94A-2D3FFC1CE743}" presName="root" presStyleCnt="0">
        <dgm:presLayoutVars>
          <dgm:dir/>
          <dgm:resizeHandles val="exact"/>
        </dgm:presLayoutVars>
      </dgm:prSet>
      <dgm:spPr/>
    </dgm:pt>
    <dgm:pt modelId="{8721A5B5-2836-4430-96D2-1C5380EB99A5}" type="pres">
      <dgm:prSet presAssocID="{25E1C302-3FB0-42EF-BCE0-BBC7F48CE06C}" presName="compNode" presStyleCnt="0"/>
      <dgm:spPr/>
    </dgm:pt>
    <dgm:pt modelId="{93F9D594-AE8C-4492-92F8-9F10A6000CE0}" type="pres">
      <dgm:prSet presAssocID="{25E1C302-3FB0-42EF-BCE0-BBC7F48CE06C}" presName="iconBgRect" presStyleLbl="bgShp" presStyleIdx="0" presStyleCnt="6"/>
      <dgm:spPr/>
    </dgm:pt>
    <dgm:pt modelId="{0C7563B7-98EE-45DF-B12D-426EF8F3015C}" type="pres">
      <dgm:prSet presAssocID="{25E1C302-3FB0-42EF-BCE0-BBC7F48CE06C}"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 List"/>
        </a:ext>
      </dgm:extLst>
    </dgm:pt>
    <dgm:pt modelId="{0E78CBBF-208A-4CA7-8018-8FB913FCAC12}" type="pres">
      <dgm:prSet presAssocID="{25E1C302-3FB0-42EF-BCE0-BBC7F48CE06C}" presName="spaceRect" presStyleCnt="0"/>
      <dgm:spPr/>
    </dgm:pt>
    <dgm:pt modelId="{065EEAC4-331E-4259-9D4B-5C1A7DF8B8BF}" type="pres">
      <dgm:prSet presAssocID="{25E1C302-3FB0-42EF-BCE0-BBC7F48CE06C}" presName="textRect" presStyleLbl="revTx" presStyleIdx="0" presStyleCnt="6">
        <dgm:presLayoutVars>
          <dgm:chMax val="1"/>
          <dgm:chPref val="1"/>
        </dgm:presLayoutVars>
      </dgm:prSet>
      <dgm:spPr/>
    </dgm:pt>
    <dgm:pt modelId="{34552568-3CC0-411C-A44F-2345E2E867A6}" type="pres">
      <dgm:prSet presAssocID="{E32A8A4E-9CC4-4D93-AF93-6828B34017E0}" presName="sibTrans" presStyleCnt="0"/>
      <dgm:spPr/>
    </dgm:pt>
    <dgm:pt modelId="{5B897682-3B01-4A11-943E-294E4627C224}" type="pres">
      <dgm:prSet presAssocID="{9FE5B1DA-4110-475C-8ADE-CA8EE1AB36FD}" presName="compNode" presStyleCnt="0"/>
      <dgm:spPr/>
    </dgm:pt>
    <dgm:pt modelId="{FF2865C8-6325-495B-8AA1-D0B4A2D0B691}" type="pres">
      <dgm:prSet presAssocID="{9FE5B1DA-4110-475C-8ADE-CA8EE1AB36FD}" presName="iconBgRect" presStyleLbl="bgShp" presStyleIdx="1" presStyleCnt="6"/>
      <dgm:spPr/>
    </dgm:pt>
    <dgm:pt modelId="{A2968944-7F26-46EE-98FE-D093F84C4297}" type="pres">
      <dgm:prSet presAssocID="{9FE5B1DA-4110-475C-8ADE-CA8EE1AB36FD}"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451237ED-9577-476B-9216-16DB1386B695}" type="pres">
      <dgm:prSet presAssocID="{9FE5B1DA-4110-475C-8ADE-CA8EE1AB36FD}" presName="spaceRect" presStyleCnt="0"/>
      <dgm:spPr/>
    </dgm:pt>
    <dgm:pt modelId="{7FE0A40A-C8BC-4BA1-AF1E-692A2F6686FC}" type="pres">
      <dgm:prSet presAssocID="{9FE5B1DA-4110-475C-8ADE-CA8EE1AB36FD}" presName="textRect" presStyleLbl="revTx" presStyleIdx="1" presStyleCnt="6">
        <dgm:presLayoutVars>
          <dgm:chMax val="1"/>
          <dgm:chPref val="1"/>
        </dgm:presLayoutVars>
      </dgm:prSet>
      <dgm:spPr/>
    </dgm:pt>
    <dgm:pt modelId="{4D5D87C0-36AF-4929-B561-4209325E7771}" type="pres">
      <dgm:prSet presAssocID="{7E0F4992-A2DE-4B71-A1D4-2794D4FABCA8}" presName="sibTrans" presStyleCnt="0"/>
      <dgm:spPr/>
    </dgm:pt>
    <dgm:pt modelId="{A4191ECE-8D5D-4E83-9B5B-C69D5F6BF3F6}" type="pres">
      <dgm:prSet presAssocID="{6963D903-5089-47EE-BF85-2690D20BFEF3}" presName="compNode" presStyleCnt="0"/>
      <dgm:spPr/>
    </dgm:pt>
    <dgm:pt modelId="{DFC51254-19F7-4C6F-9AE1-61824B893C47}" type="pres">
      <dgm:prSet presAssocID="{6963D903-5089-47EE-BF85-2690D20BFEF3}" presName="iconBgRect" presStyleLbl="bgShp" presStyleIdx="2" presStyleCnt="6"/>
      <dgm:spPr/>
    </dgm:pt>
    <dgm:pt modelId="{867E5DAA-C5FD-4B11-9E0B-DD3FDE4C0CE9}" type="pres">
      <dgm:prSet presAssocID="{6963D903-5089-47EE-BF85-2690D20BFEF3}"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nowflake"/>
        </a:ext>
      </dgm:extLst>
    </dgm:pt>
    <dgm:pt modelId="{36150D4E-2BE6-4DE4-9A55-6541E57E55FF}" type="pres">
      <dgm:prSet presAssocID="{6963D903-5089-47EE-BF85-2690D20BFEF3}" presName="spaceRect" presStyleCnt="0"/>
      <dgm:spPr/>
    </dgm:pt>
    <dgm:pt modelId="{25200948-CD64-45FC-B315-E7DFA3B29345}" type="pres">
      <dgm:prSet presAssocID="{6963D903-5089-47EE-BF85-2690D20BFEF3}" presName="textRect" presStyleLbl="revTx" presStyleIdx="2" presStyleCnt="6">
        <dgm:presLayoutVars>
          <dgm:chMax val="1"/>
          <dgm:chPref val="1"/>
        </dgm:presLayoutVars>
      </dgm:prSet>
      <dgm:spPr/>
    </dgm:pt>
    <dgm:pt modelId="{7535431C-8183-434C-8BB6-EA8B406A9263}" type="pres">
      <dgm:prSet presAssocID="{4DE14028-6FA2-4091-8621-60259EFA7430}" presName="sibTrans" presStyleCnt="0"/>
      <dgm:spPr/>
    </dgm:pt>
    <dgm:pt modelId="{A92C05FF-4FB7-44B8-969D-5CE754CF1FE3}" type="pres">
      <dgm:prSet presAssocID="{100E2EB6-F5AE-408B-BE09-DEEBC81B01C4}" presName="compNode" presStyleCnt="0"/>
      <dgm:spPr/>
    </dgm:pt>
    <dgm:pt modelId="{9CB890F7-8F03-45DD-B16F-0987D5556A88}" type="pres">
      <dgm:prSet presAssocID="{100E2EB6-F5AE-408B-BE09-DEEBC81B01C4}" presName="iconBgRect" presStyleLbl="bgShp" presStyleIdx="3" presStyleCnt="6"/>
      <dgm:spPr/>
    </dgm:pt>
    <dgm:pt modelId="{77C06EA2-E644-4ABC-BE4F-427BAB45A6DE}" type="pres">
      <dgm:prSet presAssocID="{100E2EB6-F5AE-408B-BE09-DEEBC81B01C4}"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ogrammer"/>
        </a:ext>
      </dgm:extLst>
    </dgm:pt>
    <dgm:pt modelId="{BAC5AEED-F3DC-4C9A-A395-448EA0A1BCDF}" type="pres">
      <dgm:prSet presAssocID="{100E2EB6-F5AE-408B-BE09-DEEBC81B01C4}" presName="spaceRect" presStyleCnt="0"/>
      <dgm:spPr/>
    </dgm:pt>
    <dgm:pt modelId="{2BD1D5EF-43FA-4F34-AD40-038E3C662FAA}" type="pres">
      <dgm:prSet presAssocID="{100E2EB6-F5AE-408B-BE09-DEEBC81B01C4}" presName="textRect" presStyleLbl="revTx" presStyleIdx="3" presStyleCnt="6">
        <dgm:presLayoutVars>
          <dgm:chMax val="1"/>
          <dgm:chPref val="1"/>
        </dgm:presLayoutVars>
      </dgm:prSet>
      <dgm:spPr/>
    </dgm:pt>
    <dgm:pt modelId="{E3763335-0248-489E-AC10-C675A825AB53}" type="pres">
      <dgm:prSet presAssocID="{63C6B990-F4F8-45E2-8F20-4B5DCBD3C3E2}" presName="sibTrans" presStyleCnt="0"/>
      <dgm:spPr/>
    </dgm:pt>
    <dgm:pt modelId="{3314A6B9-C142-48C4-99DB-6FDB7A5F21E7}" type="pres">
      <dgm:prSet presAssocID="{1312AE03-3C75-4590-9A14-F878E3427E41}" presName="compNode" presStyleCnt="0"/>
      <dgm:spPr/>
    </dgm:pt>
    <dgm:pt modelId="{80AF4F87-C997-41B7-BB5E-093EB4FE0237}" type="pres">
      <dgm:prSet presAssocID="{1312AE03-3C75-4590-9A14-F878E3427E41}" presName="iconBgRect" presStyleLbl="bgShp" presStyleIdx="4" presStyleCnt="6"/>
      <dgm:spPr/>
    </dgm:pt>
    <dgm:pt modelId="{7469287E-E238-43E6-8CC8-E1A5F1F88DFC}" type="pres">
      <dgm:prSet presAssocID="{1312AE03-3C75-4590-9A14-F878E3427E41}"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2BA7F10A-ACC7-4C07-B222-195B802D3EE8}" type="pres">
      <dgm:prSet presAssocID="{1312AE03-3C75-4590-9A14-F878E3427E41}" presName="spaceRect" presStyleCnt="0"/>
      <dgm:spPr/>
    </dgm:pt>
    <dgm:pt modelId="{8824DDCB-3A91-46B9-A8E9-E24F0BAB5DA6}" type="pres">
      <dgm:prSet presAssocID="{1312AE03-3C75-4590-9A14-F878E3427E41}" presName="textRect" presStyleLbl="revTx" presStyleIdx="4" presStyleCnt="6">
        <dgm:presLayoutVars>
          <dgm:chMax val="1"/>
          <dgm:chPref val="1"/>
        </dgm:presLayoutVars>
      </dgm:prSet>
      <dgm:spPr/>
    </dgm:pt>
    <dgm:pt modelId="{D0F5F837-3E23-4D92-A410-8A574D3D3E31}" type="pres">
      <dgm:prSet presAssocID="{DC1308E3-837B-405A-B3BB-1E52C765D016}" presName="sibTrans" presStyleCnt="0"/>
      <dgm:spPr/>
    </dgm:pt>
    <dgm:pt modelId="{0F5312BB-02A0-473A-9461-4405AC99B83E}" type="pres">
      <dgm:prSet presAssocID="{ADB0D19C-91C8-46E5-8BA7-20406D09BEB3}" presName="compNode" presStyleCnt="0"/>
      <dgm:spPr/>
    </dgm:pt>
    <dgm:pt modelId="{46A0C666-E1E0-45E0-8FB1-985848FBF820}" type="pres">
      <dgm:prSet presAssocID="{ADB0D19C-91C8-46E5-8BA7-20406D09BEB3}" presName="iconBgRect" presStyleLbl="bgShp" presStyleIdx="5" presStyleCnt="6"/>
      <dgm:spPr/>
    </dgm:pt>
    <dgm:pt modelId="{CA143C5D-75ED-4035-96B9-DEAD19944AD7}" type="pres">
      <dgm:prSet presAssocID="{ADB0D19C-91C8-46E5-8BA7-20406D09BEB3}"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Users"/>
        </a:ext>
      </dgm:extLst>
    </dgm:pt>
    <dgm:pt modelId="{542A7111-B12E-4D74-9F1F-69EDE1B5C6DE}" type="pres">
      <dgm:prSet presAssocID="{ADB0D19C-91C8-46E5-8BA7-20406D09BEB3}" presName="spaceRect" presStyleCnt="0"/>
      <dgm:spPr/>
    </dgm:pt>
    <dgm:pt modelId="{8B67A53B-4435-45E9-A6A7-D234A8718F86}" type="pres">
      <dgm:prSet presAssocID="{ADB0D19C-91C8-46E5-8BA7-20406D09BEB3}" presName="textRect" presStyleLbl="revTx" presStyleIdx="5" presStyleCnt="6">
        <dgm:presLayoutVars>
          <dgm:chMax val="1"/>
          <dgm:chPref val="1"/>
        </dgm:presLayoutVars>
      </dgm:prSet>
      <dgm:spPr/>
    </dgm:pt>
  </dgm:ptLst>
  <dgm:cxnLst>
    <dgm:cxn modelId="{6782411A-12EC-4372-9B22-9721CD9734C6}" srcId="{E956188F-E1FC-4043-A94A-2D3FFC1CE743}" destId="{9FE5B1DA-4110-475C-8ADE-CA8EE1AB36FD}" srcOrd="1" destOrd="0" parTransId="{5E86E6BF-76DF-4898-B862-E79C0530FEC6}" sibTransId="{7E0F4992-A2DE-4B71-A1D4-2794D4FABCA8}"/>
    <dgm:cxn modelId="{1A2CD71C-C27F-4261-B9E8-25E6DEB0BF0C}" type="presOf" srcId="{25E1C302-3FB0-42EF-BCE0-BBC7F48CE06C}" destId="{065EEAC4-331E-4259-9D4B-5C1A7DF8B8BF}" srcOrd="0" destOrd="0" presId="urn:microsoft.com/office/officeart/2018/5/layout/IconCircleLabelList"/>
    <dgm:cxn modelId="{A6B99E30-CCCF-4ADE-ADBA-E3C5F0EF527D}" type="presOf" srcId="{100E2EB6-F5AE-408B-BE09-DEEBC81B01C4}" destId="{2BD1D5EF-43FA-4F34-AD40-038E3C662FAA}" srcOrd="0" destOrd="0" presId="urn:microsoft.com/office/officeart/2018/5/layout/IconCircleLabelList"/>
    <dgm:cxn modelId="{1D685738-5967-46E6-8207-0F544BD72641}" srcId="{E956188F-E1FC-4043-A94A-2D3FFC1CE743}" destId="{1312AE03-3C75-4590-9A14-F878E3427E41}" srcOrd="4" destOrd="0" parTransId="{75765072-2DDA-4B32-8F31-3F65235FEE73}" sibTransId="{DC1308E3-837B-405A-B3BB-1E52C765D016}"/>
    <dgm:cxn modelId="{219B934D-0135-4EDB-99FA-1DFE714A0170}" srcId="{E956188F-E1FC-4043-A94A-2D3FFC1CE743}" destId="{100E2EB6-F5AE-408B-BE09-DEEBC81B01C4}" srcOrd="3" destOrd="0" parTransId="{C105B558-5A86-4A0F-999B-9B13A6E680E3}" sibTransId="{63C6B990-F4F8-45E2-8F20-4B5DCBD3C3E2}"/>
    <dgm:cxn modelId="{216FCF50-FFF4-4502-8298-33B9F52FD4E4}" srcId="{E956188F-E1FC-4043-A94A-2D3FFC1CE743}" destId="{6963D903-5089-47EE-BF85-2690D20BFEF3}" srcOrd="2" destOrd="0" parTransId="{9069E694-28DB-48FD-AC40-45966CDFE1B0}" sibTransId="{4DE14028-6FA2-4091-8621-60259EFA7430}"/>
    <dgm:cxn modelId="{B87F0E75-C939-445B-BAB8-D0A8773A1C3C}" srcId="{E956188F-E1FC-4043-A94A-2D3FFC1CE743}" destId="{25E1C302-3FB0-42EF-BCE0-BBC7F48CE06C}" srcOrd="0" destOrd="0" parTransId="{0D37778F-0D46-48EB-AFA1-6E7BA90274D1}" sibTransId="{E32A8A4E-9CC4-4D93-AF93-6828B34017E0}"/>
    <dgm:cxn modelId="{F2E6EB98-1523-47CF-AAF2-7D358FB41CA3}" type="presOf" srcId="{6963D903-5089-47EE-BF85-2690D20BFEF3}" destId="{25200948-CD64-45FC-B315-E7DFA3B29345}" srcOrd="0" destOrd="0" presId="urn:microsoft.com/office/officeart/2018/5/layout/IconCircleLabelList"/>
    <dgm:cxn modelId="{785B01AD-6955-4F4E-A0C0-DD6D13FFBD55}" srcId="{E956188F-E1FC-4043-A94A-2D3FFC1CE743}" destId="{ADB0D19C-91C8-46E5-8BA7-20406D09BEB3}" srcOrd="5" destOrd="0" parTransId="{69982315-C3F1-4D90-B712-70A79C7C5C34}" sibTransId="{671EDF3C-EBE3-4817-97D5-09B321F505EF}"/>
    <dgm:cxn modelId="{945C94BD-5D10-46C2-8C60-EE8060CE3E47}" type="presOf" srcId="{E956188F-E1FC-4043-A94A-2D3FFC1CE743}" destId="{8EAB8697-E6D1-4205-83C9-7BE176C4974A}" srcOrd="0" destOrd="0" presId="urn:microsoft.com/office/officeart/2018/5/layout/IconCircleLabelList"/>
    <dgm:cxn modelId="{4214E9CC-100C-4069-BAE8-5060A618A226}" type="presOf" srcId="{1312AE03-3C75-4590-9A14-F878E3427E41}" destId="{8824DDCB-3A91-46B9-A8E9-E24F0BAB5DA6}" srcOrd="0" destOrd="0" presId="urn:microsoft.com/office/officeart/2018/5/layout/IconCircleLabelList"/>
    <dgm:cxn modelId="{012965DF-F71A-4DD2-93AA-2E3AB3AD13A3}" type="presOf" srcId="{9FE5B1DA-4110-475C-8ADE-CA8EE1AB36FD}" destId="{7FE0A40A-C8BC-4BA1-AF1E-692A2F6686FC}" srcOrd="0" destOrd="0" presId="urn:microsoft.com/office/officeart/2018/5/layout/IconCircleLabelList"/>
    <dgm:cxn modelId="{12F595EE-11C0-448F-AB0D-E2337A1AD396}" type="presOf" srcId="{ADB0D19C-91C8-46E5-8BA7-20406D09BEB3}" destId="{8B67A53B-4435-45E9-A6A7-D234A8718F86}" srcOrd="0" destOrd="0" presId="urn:microsoft.com/office/officeart/2018/5/layout/IconCircleLabelList"/>
    <dgm:cxn modelId="{2C2EBDC2-D3E3-4981-BF78-A68B73A45A69}" type="presParOf" srcId="{8EAB8697-E6D1-4205-83C9-7BE176C4974A}" destId="{8721A5B5-2836-4430-96D2-1C5380EB99A5}" srcOrd="0" destOrd="0" presId="urn:microsoft.com/office/officeart/2018/5/layout/IconCircleLabelList"/>
    <dgm:cxn modelId="{344EE914-AD10-4ACE-B9A9-1A9C79101A76}" type="presParOf" srcId="{8721A5B5-2836-4430-96D2-1C5380EB99A5}" destId="{93F9D594-AE8C-4492-92F8-9F10A6000CE0}" srcOrd="0" destOrd="0" presId="urn:microsoft.com/office/officeart/2018/5/layout/IconCircleLabelList"/>
    <dgm:cxn modelId="{22E1C9F3-3DD6-4F03-9A77-D789C49D77E8}" type="presParOf" srcId="{8721A5B5-2836-4430-96D2-1C5380EB99A5}" destId="{0C7563B7-98EE-45DF-B12D-426EF8F3015C}" srcOrd="1" destOrd="0" presId="urn:microsoft.com/office/officeart/2018/5/layout/IconCircleLabelList"/>
    <dgm:cxn modelId="{E16592A8-3B2D-417C-8D66-3FA916EF3511}" type="presParOf" srcId="{8721A5B5-2836-4430-96D2-1C5380EB99A5}" destId="{0E78CBBF-208A-4CA7-8018-8FB913FCAC12}" srcOrd="2" destOrd="0" presId="urn:microsoft.com/office/officeart/2018/5/layout/IconCircleLabelList"/>
    <dgm:cxn modelId="{1B63C501-C379-4980-AFF6-0BEB9536419C}" type="presParOf" srcId="{8721A5B5-2836-4430-96D2-1C5380EB99A5}" destId="{065EEAC4-331E-4259-9D4B-5C1A7DF8B8BF}" srcOrd="3" destOrd="0" presId="urn:microsoft.com/office/officeart/2018/5/layout/IconCircleLabelList"/>
    <dgm:cxn modelId="{A4A40E5D-B74B-4A3A-87A1-E008EAB00A06}" type="presParOf" srcId="{8EAB8697-E6D1-4205-83C9-7BE176C4974A}" destId="{34552568-3CC0-411C-A44F-2345E2E867A6}" srcOrd="1" destOrd="0" presId="urn:microsoft.com/office/officeart/2018/5/layout/IconCircleLabelList"/>
    <dgm:cxn modelId="{0C7BBA92-A3D3-4CE4-A605-E16DD69B9FD4}" type="presParOf" srcId="{8EAB8697-E6D1-4205-83C9-7BE176C4974A}" destId="{5B897682-3B01-4A11-943E-294E4627C224}" srcOrd="2" destOrd="0" presId="urn:microsoft.com/office/officeart/2018/5/layout/IconCircleLabelList"/>
    <dgm:cxn modelId="{7E7262B9-60EE-4196-856D-4E4B5A5B2FD3}" type="presParOf" srcId="{5B897682-3B01-4A11-943E-294E4627C224}" destId="{FF2865C8-6325-495B-8AA1-D0B4A2D0B691}" srcOrd="0" destOrd="0" presId="urn:microsoft.com/office/officeart/2018/5/layout/IconCircleLabelList"/>
    <dgm:cxn modelId="{168B3416-BB04-40D2-93AE-8533C59491F0}" type="presParOf" srcId="{5B897682-3B01-4A11-943E-294E4627C224}" destId="{A2968944-7F26-46EE-98FE-D093F84C4297}" srcOrd="1" destOrd="0" presId="urn:microsoft.com/office/officeart/2018/5/layout/IconCircleLabelList"/>
    <dgm:cxn modelId="{EBB756F4-3FE4-489C-B5B8-AEE4886FE6AF}" type="presParOf" srcId="{5B897682-3B01-4A11-943E-294E4627C224}" destId="{451237ED-9577-476B-9216-16DB1386B695}" srcOrd="2" destOrd="0" presId="urn:microsoft.com/office/officeart/2018/5/layout/IconCircleLabelList"/>
    <dgm:cxn modelId="{8B8DFCBD-8EFD-4ECF-90CE-DC2AEE694914}" type="presParOf" srcId="{5B897682-3B01-4A11-943E-294E4627C224}" destId="{7FE0A40A-C8BC-4BA1-AF1E-692A2F6686FC}" srcOrd="3" destOrd="0" presId="urn:microsoft.com/office/officeart/2018/5/layout/IconCircleLabelList"/>
    <dgm:cxn modelId="{33C77DD2-9F28-4451-B5F1-912D162B2929}" type="presParOf" srcId="{8EAB8697-E6D1-4205-83C9-7BE176C4974A}" destId="{4D5D87C0-36AF-4929-B561-4209325E7771}" srcOrd="3" destOrd="0" presId="urn:microsoft.com/office/officeart/2018/5/layout/IconCircleLabelList"/>
    <dgm:cxn modelId="{F76209E4-B2A5-4159-BCFA-B7459A23EE79}" type="presParOf" srcId="{8EAB8697-E6D1-4205-83C9-7BE176C4974A}" destId="{A4191ECE-8D5D-4E83-9B5B-C69D5F6BF3F6}" srcOrd="4" destOrd="0" presId="urn:microsoft.com/office/officeart/2018/5/layout/IconCircleLabelList"/>
    <dgm:cxn modelId="{B0AE696D-01A3-4BF6-A350-6517609DB361}" type="presParOf" srcId="{A4191ECE-8D5D-4E83-9B5B-C69D5F6BF3F6}" destId="{DFC51254-19F7-4C6F-9AE1-61824B893C47}" srcOrd="0" destOrd="0" presId="urn:microsoft.com/office/officeart/2018/5/layout/IconCircleLabelList"/>
    <dgm:cxn modelId="{624AE68D-B82D-4544-B4EF-47BA6E1437FC}" type="presParOf" srcId="{A4191ECE-8D5D-4E83-9B5B-C69D5F6BF3F6}" destId="{867E5DAA-C5FD-4B11-9E0B-DD3FDE4C0CE9}" srcOrd="1" destOrd="0" presId="urn:microsoft.com/office/officeart/2018/5/layout/IconCircleLabelList"/>
    <dgm:cxn modelId="{4D5F8AEA-450E-44FD-988A-9EC2F2D939DE}" type="presParOf" srcId="{A4191ECE-8D5D-4E83-9B5B-C69D5F6BF3F6}" destId="{36150D4E-2BE6-4DE4-9A55-6541E57E55FF}" srcOrd="2" destOrd="0" presId="urn:microsoft.com/office/officeart/2018/5/layout/IconCircleLabelList"/>
    <dgm:cxn modelId="{05E73710-D63C-4101-9C90-CED0A9AD21D7}" type="presParOf" srcId="{A4191ECE-8D5D-4E83-9B5B-C69D5F6BF3F6}" destId="{25200948-CD64-45FC-B315-E7DFA3B29345}" srcOrd="3" destOrd="0" presId="urn:microsoft.com/office/officeart/2018/5/layout/IconCircleLabelList"/>
    <dgm:cxn modelId="{F2F7E084-450B-40B8-8B20-E9E3E68341CA}" type="presParOf" srcId="{8EAB8697-E6D1-4205-83C9-7BE176C4974A}" destId="{7535431C-8183-434C-8BB6-EA8B406A9263}" srcOrd="5" destOrd="0" presId="urn:microsoft.com/office/officeart/2018/5/layout/IconCircleLabelList"/>
    <dgm:cxn modelId="{E8F9483F-5903-4176-8A89-F92DE46B9619}" type="presParOf" srcId="{8EAB8697-E6D1-4205-83C9-7BE176C4974A}" destId="{A92C05FF-4FB7-44B8-969D-5CE754CF1FE3}" srcOrd="6" destOrd="0" presId="urn:microsoft.com/office/officeart/2018/5/layout/IconCircleLabelList"/>
    <dgm:cxn modelId="{FE047132-CC93-452B-8863-98C7CABC1E55}" type="presParOf" srcId="{A92C05FF-4FB7-44B8-969D-5CE754CF1FE3}" destId="{9CB890F7-8F03-45DD-B16F-0987D5556A88}" srcOrd="0" destOrd="0" presId="urn:microsoft.com/office/officeart/2018/5/layout/IconCircleLabelList"/>
    <dgm:cxn modelId="{71AE2B39-5E09-49BA-B8CE-1270E0C779D4}" type="presParOf" srcId="{A92C05FF-4FB7-44B8-969D-5CE754CF1FE3}" destId="{77C06EA2-E644-4ABC-BE4F-427BAB45A6DE}" srcOrd="1" destOrd="0" presId="urn:microsoft.com/office/officeart/2018/5/layout/IconCircleLabelList"/>
    <dgm:cxn modelId="{E045AD8C-6912-4B41-B1FC-48C3259F8C19}" type="presParOf" srcId="{A92C05FF-4FB7-44B8-969D-5CE754CF1FE3}" destId="{BAC5AEED-F3DC-4C9A-A395-448EA0A1BCDF}" srcOrd="2" destOrd="0" presId="urn:microsoft.com/office/officeart/2018/5/layout/IconCircleLabelList"/>
    <dgm:cxn modelId="{C746DABD-014A-43FC-86E7-0699B02E1E42}" type="presParOf" srcId="{A92C05FF-4FB7-44B8-969D-5CE754CF1FE3}" destId="{2BD1D5EF-43FA-4F34-AD40-038E3C662FAA}" srcOrd="3" destOrd="0" presId="urn:microsoft.com/office/officeart/2018/5/layout/IconCircleLabelList"/>
    <dgm:cxn modelId="{4E84A7D9-53AD-4BD7-BD28-1C99B0C5CE78}" type="presParOf" srcId="{8EAB8697-E6D1-4205-83C9-7BE176C4974A}" destId="{E3763335-0248-489E-AC10-C675A825AB53}" srcOrd="7" destOrd="0" presId="urn:microsoft.com/office/officeart/2018/5/layout/IconCircleLabelList"/>
    <dgm:cxn modelId="{570C0E86-7982-4A3B-95B4-8A313CCABB27}" type="presParOf" srcId="{8EAB8697-E6D1-4205-83C9-7BE176C4974A}" destId="{3314A6B9-C142-48C4-99DB-6FDB7A5F21E7}" srcOrd="8" destOrd="0" presId="urn:microsoft.com/office/officeart/2018/5/layout/IconCircleLabelList"/>
    <dgm:cxn modelId="{43ACE228-DCCD-4B57-99EA-D8C61C573D00}" type="presParOf" srcId="{3314A6B9-C142-48C4-99DB-6FDB7A5F21E7}" destId="{80AF4F87-C997-41B7-BB5E-093EB4FE0237}" srcOrd="0" destOrd="0" presId="urn:microsoft.com/office/officeart/2018/5/layout/IconCircleLabelList"/>
    <dgm:cxn modelId="{00A3FC8C-8C9F-40E7-BDAE-419581815F43}" type="presParOf" srcId="{3314A6B9-C142-48C4-99DB-6FDB7A5F21E7}" destId="{7469287E-E238-43E6-8CC8-E1A5F1F88DFC}" srcOrd="1" destOrd="0" presId="urn:microsoft.com/office/officeart/2018/5/layout/IconCircleLabelList"/>
    <dgm:cxn modelId="{79BD4FDD-F1F9-48D3-A8D1-586A40C4AD9E}" type="presParOf" srcId="{3314A6B9-C142-48C4-99DB-6FDB7A5F21E7}" destId="{2BA7F10A-ACC7-4C07-B222-195B802D3EE8}" srcOrd="2" destOrd="0" presId="urn:microsoft.com/office/officeart/2018/5/layout/IconCircleLabelList"/>
    <dgm:cxn modelId="{256740C7-52DC-414B-B4C3-A1A3E0B518A7}" type="presParOf" srcId="{3314A6B9-C142-48C4-99DB-6FDB7A5F21E7}" destId="{8824DDCB-3A91-46B9-A8E9-E24F0BAB5DA6}" srcOrd="3" destOrd="0" presId="urn:microsoft.com/office/officeart/2018/5/layout/IconCircleLabelList"/>
    <dgm:cxn modelId="{2327904A-BE83-4391-B75E-8AA986E354E4}" type="presParOf" srcId="{8EAB8697-E6D1-4205-83C9-7BE176C4974A}" destId="{D0F5F837-3E23-4D92-A410-8A574D3D3E31}" srcOrd="9" destOrd="0" presId="urn:microsoft.com/office/officeart/2018/5/layout/IconCircleLabelList"/>
    <dgm:cxn modelId="{3E4D24B7-0467-41F1-8C7B-0635429D9A06}" type="presParOf" srcId="{8EAB8697-E6D1-4205-83C9-7BE176C4974A}" destId="{0F5312BB-02A0-473A-9461-4405AC99B83E}" srcOrd="10" destOrd="0" presId="urn:microsoft.com/office/officeart/2018/5/layout/IconCircleLabelList"/>
    <dgm:cxn modelId="{9BCFDF72-4012-4149-842A-C4BC780AA24D}" type="presParOf" srcId="{0F5312BB-02A0-473A-9461-4405AC99B83E}" destId="{46A0C666-E1E0-45E0-8FB1-985848FBF820}" srcOrd="0" destOrd="0" presId="urn:microsoft.com/office/officeart/2018/5/layout/IconCircleLabelList"/>
    <dgm:cxn modelId="{C05E9DC1-B220-4CEC-BA55-40609A72D416}" type="presParOf" srcId="{0F5312BB-02A0-473A-9461-4405AC99B83E}" destId="{CA143C5D-75ED-4035-96B9-DEAD19944AD7}" srcOrd="1" destOrd="0" presId="urn:microsoft.com/office/officeart/2018/5/layout/IconCircleLabelList"/>
    <dgm:cxn modelId="{3570B819-FC2E-4FE6-8189-31A1CAF0E6FA}" type="presParOf" srcId="{0F5312BB-02A0-473A-9461-4405AC99B83E}" destId="{542A7111-B12E-4D74-9F1F-69EDE1B5C6DE}" srcOrd="2" destOrd="0" presId="urn:microsoft.com/office/officeart/2018/5/layout/IconCircleLabelList"/>
    <dgm:cxn modelId="{AED60B92-C24B-4E23-8905-9C8E5ACDE3DE}" type="presParOf" srcId="{0F5312BB-02A0-473A-9461-4405AC99B83E}" destId="{8B67A53B-4435-45E9-A6A7-D234A8718F86}"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70ABDC-D63E-4D13-BEDD-58625088E9CD}"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A47A3E4C-F276-4AB0-843E-6C64B9040560}">
      <dgm:prSet phldrT="[Text]" custT="1"/>
      <dgm:spPr/>
      <dgm:t>
        <a:bodyPr/>
        <a:lstStyle/>
        <a:p>
          <a:r>
            <a:rPr lang="en-US" sz="2400" b="1"/>
            <a:t>ID Creation</a:t>
          </a:r>
          <a:endParaRPr lang="en-US" sz="2400" b="1" dirty="0"/>
        </a:p>
      </dgm:t>
    </dgm:pt>
    <dgm:pt modelId="{94D27492-6416-414C-828E-1B66215B5346}" type="parTrans" cxnId="{26B0F9DC-6D74-40A9-AE44-BDBC4814DE4D}">
      <dgm:prSet/>
      <dgm:spPr/>
      <dgm:t>
        <a:bodyPr/>
        <a:lstStyle/>
        <a:p>
          <a:endParaRPr lang="en-US"/>
        </a:p>
      </dgm:t>
    </dgm:pt>
    <dgm:pt modelId="{1BEF08FE-FEFC-4C5E-B90A-CF380EA0FB35}" type="sibTrans" cxnId="{26B0F9DC-6D74-40A9-AE44-BDBC4814DE4D}">
      <dgm:prSet/>
      <dgm:spPr/>
      <dgm:t>
        <a:bodyPr/>
        <a:lstStyle/>
        <a:p>
          <a:endParaRPr lang="en-US"/>
        </a:p>
      </dgm:t>
    </dgm:pt>
    <dgm:pt modelId="{4C646246-25E9-4385-998C-A487F35866A1}">
      <dgm:prSet phldrT="[Text]" custT="1"/>
      <dgm:spPr/>
      <dgm:t>
        <a:bodyPr/>
        <a:lstStyle/>
        <a:p>
          <a:pPr>
            <a:buFont typeface="Wingdings" panose="05000000000000000000" pitchFamily="2" charset="2"/>
            <a:buChar char="Ø"/>
          </a:pPr>
          <a:r>
            <a:rPr lang="en-US" sz="2000"/>
            <a:t>Prasath will initiate the email with new joiner and get the details.</a:t>
          </a:r>
          <a:endParaRPr lang="en-US" sz="2000" dirty="0"/>
        </a:p>
      </dgm:t>
    </dgm:pt>
    <dgm:pt modelId="{D25F2E79-A255-44CB-9CE6-F0A121EBFB8A}" type="parTrans" cxnId="{A2821FC4-37F6-4693-A7AD-D7BA1A8BC4E9}">
      <dgm:prSet/>
      <dgm:spPr/>
      <dgm:t>
        <a:bodyPr/>
        <a:lstStyle/>
        <a:p>
          <a:endParaRPr lang="en-US"/>
        </a:p>
      </dgm:t>
    </dgm:pt>
    <dgm:pt modelId="{3FBFFFE8-81B3-482D-A6E2-727FC8484732}" type="sibTrans" cxnId="{A2821FC4-37F6-4693-A7AD-D7BA1A8BC4E9}">
      <dgm:prSet/>
      <dgm:spPr/>
      <dgm:t>
        <a:bodyPr/>
        <a:lstStyle/>
        <a:p>
          <a:endParaRPr lang="en-US"/>
        </a:p>
      </dgm:t>
    </dgm:pt>
    <dgm:pt modelId="{E94216DA-745E-4871-8981-3DE97FEFF027}">
      <dgm:prSet phldrT="[Text]" custT="1"/>
      <dgm:spPr/>
      <dgm:t>
        <a:bodyPr/>
        <a:lstStyle/>
        <a:p>
          <a:pPr>
            <a:buFont typeface="Wingdings" panose="05000000000000000000" pitchFamily="2" charset="2"/>
            <a:buChar char="Ø"/>
          </a:pPr>
          <a:r>
            <a:rPr lang="en-US" sz="2000"/>
            <a:t>Arivu or Respective lead will send an email to client for ID creation Process.</a:t>
          </a:r>
          <a:endParaRPr lang="en-US" sz="2000" dirty="0"/>
        </a:p>
      </dgm:t>
    </dgm:pt>
    <dgm:pt modelId="{C94FA750-AA72-4DDD-99D5-805B9658A8FC}" type="parTrans" cxnId="{2711A66C-FF80-410D-8158-22FF8B9D3A81}">
      <dgm:prSet/>
      <dgm:spPr/>
      <dgm:t>
        <a:bodyPr/>
        <a:lstStyle/>
        <a:p>
          <a:endParaRPr lang="en-US"/>
        </a:p>
      </dgm:t>
    </dgm:pt>
    <dgm:pt modelId="{1B364005-97EF-4C6F-A106-DDECDD545934}" type="sibTrans" cxnId="{2711A66C-FF80-410D-8158-22FF8B9D3A81}">
      <dgm:prSet/>
      <dgm:spPr/>
      <dgm:t>
        <a:bodyPr/>
        <a:lstStyle/>
        <a:p>
          <a:endParaRPr lang="en-US"/>
        </a:p>
      </dgm:t>
    </dgm:pt>
    <dgm:pt modelId="{66671F46-5C24-410B-9B23-07D9E28292BE}">
      <dgm:prSet phldrT="[Text]" custT="1"/>
      <dgm:spPr/>
      <dgm:t>
        <a:bodyPr/>
        <a:lstStyle/>
        <a:p>
          <a:r>
            <a:rPr lang="en-US" sz="2400" b="1"/>
            <a:t>Password Reset And Access Request</a:t>
          </a:r>
          <a:endParaRPr lang="en-US" sz="2400" b="1" dirty="0"/>
        </a:p>
      </dgm:t>
    </dgm:pt>
    <dgm:pt modelId="{9BEDB934-8DA3-43D9-B99F-771699798BEC}" type="parTrans" cxnId="{6D4F7699-E260-42ED-890C-9E27A2B54E21}">
      <dgm:prSet/>
      <dgm:spPr/>
      <dgm:t>
        <a:bodyPr/>
        <a:lstStyle/>
        <a:p>
          <a:endParaRPr lang="en-US"/>
        </a:p>
      </dgm:t>
    </dgm:pt>
    <dgm:pt modelId="{9083F0C7-1AD4-430D-8CAB-0BA460B90C98}" type="sibTrans" cxnId="{6D4F7699-E260-42ED-890C-9E27A2B54E21}">
      <dgm:prSet/>
      <dgm:spPr/>
      <dgm:t>
        <a:bodyPr/>
        <a:lstStyle/>
        <a:p>
          <a:endParaRPr lang="en-US"/>
        </a:p>
      </dgm:t>
    </dgm:pt>
    <dgm:pt modelId="{DF738D67-B6C1-4E37-88D9-D733F1346BBD}">
      <dgm:prSet phldrT="[Text]" phldr="0" custT="1"/>
      <dgm:spPr/>
      <dgm:t>
        <a:bodyPr/>
        <a:lstStyle/>
        <a:p>
          <a:pPr>
            <a:buFont typeface="Wingdings" panose="05000000000000000000" pitchFamily="2" charset="2"/>
            <a:buChar char="Ø"/>
          </a:pPr>
          <a:r>
            <a:rPr lang="en-US" sz="2000"/>
            <a:t>Once ID is created. Prasath/Lead will raise pwd reset and WVD access</a:t>
          </a:r>
          <a:endParaRPr lang="en-US" sz="2000" dirty="0"/>
        </a:p>
      </dgm:t>
    </dgm:pt>
    <dgm:pt modelId="{104A5069-EBBF-41AE-A708-E027FBE404E1}" type="parTrans" cxnId="{4C317C77-304F-41A7-A14E-FE32D74D3A7F}">
      <dgm:prSet/>
      <dgm:spPr/>
      <dgm:t>
        <a:bodyPr/>
        <a:lstStyle/>
        <a:p>
          <a:endParaRPr lang="en-US"/>
        </a:p>
      </dgm:t>
    </dgm:pt>
    <dgm:pt modelId="{38B0331A-745B-4E1E-9CFB-EC8D3C6C1429}" type="sibTrans" cxnId="{4C317C77-304F-41A7-A14E-FE32D74D3A7F}">
      <dgm:prSet/>
      <dgm:spPr/>
      <dgm:t>
        <a:bodyPr/>
        <a:lstStyle/>
        <a:p>
          <a:endParaRPr lang="en-US"/>
        </a:p>
      </dgm:t>
    </dgm:pt>
    <dgm:pt modelId="{9D1F447A-C1D4-456D-A881-B34B4F6DA206}">
      <dgm:prSet phldrT="[Text]" phldr="0" custT="1"/>
      <dgm:spPr/>
      <dgm:t>
        <a:bodyPr/>
        <a:lstStyle/>
        <a:p>
          <a:pPr>
            <a:buFont typeface="Wingdings" panose="05000000000000000000" pitchFamily="2" charset="2"/>
            <a:buChar char="Ø"/>
          </a:pPr>
          <a:r>
            <a:rPr lang="en-US" sz="2000"/>
            <a:t>Respective leads should schedule a call with David Gill to reset the pwd and identity verification</a:t>
          </a:r>
          <a:endParaRPr lang="en-US" sz="2000" dirty="0"/>
        </a:p>
      </dgm:t>
    </dgm:pt>
    <dgm:pt modelId="{559AA0B2-C681-4A1E-B824-25E756664304}" type="parTrans" cxnId="{7F79936C-6A9F-4391-B0AB-9BD79FE3009E}">
      <dgm:prSet/>
      <dgm:spPr/>
      <dgm:t>
        <a:bodyPr/>
        <a:lstStyle/>
        <a:p>
          <a:endParaRPr lang="en-US"/>
        </a:p>
      </dgm:t>
    </dgm:pt>
    <dgm:pt modelId="{BD2AF140-84EF-4742-88C4-E3C3356A8B48}" type="sibTrans" cxnId="{7F79936C-6A9F-4391-B0AB-9BD79FE3009E}">
      <dgm:prSet/>
      <dgm:spPr/>
      <dgm:t>
        <a:bodyPr/>
        <a:lstStyle/>
        <a:p>
          <a:endParaRPr lang="en-US"/>
        </a:p>
      </dgm:t>
    </dgm:pt>
    <dgm:pt modelId="{0913A4EE-5EB6-4B7F-AE86-0495E2486D1A}">
      <dgm:prSet phldrT="[Text]" phldr="0" custT="1"/>
      <dgm:spPr/>
      <dgm:t>
        <a:bodyPr/>
        <a:lstStyle/>
        <a:p>
          <a:r>
            <a:rPr lang="en-US" sz="2400" b="1"/>
            <a:t>Mandatory Documents   </a:t>
          </a:r>
        </a:p>
        <a:p>
          <a:r>
            <a:rPr lang="en-US" sz="2400" b="1"/>
            <a:t>And Courses</a:t>
          </a:r>
          <a:endParaRPr lang="en-US" sz="2400" b="1" dirty="0"/>
        </a:p>
      </dgm:t>
    </dgm:pt>
    <dgm:pt modelId="{96FD84FE-BF01-4F81-B15C-B6B6E81AE128}" type="parTrans" cxnId="{1B9CEE85-AFAD-4EE5-B930-5F76CD1A309E}">
      <dgm:prSet/>
      <dgm:spPr/>
      <dgm:t>
        <a:bodyPr/>
        <a:lstStyle/>
        <a:p>
          <a:endParaRPr lang="en-US"/>
        </a:p>
      </dgm:t>
    </dgm:pt>
    <dgm:pt modelId="{B6E72ED1-9123-49D4-AD11-7F938929A43E}" type="sibTrans" cxnId="{1B9CEE85-AFAD-4EE5-B930-5F76CD1A309E}">
      <dgm:prSet/>
      <dgm:spPr/>
      <dgm:t>
        <a:bodyPr/>
        <a:lstStyle/>
        <a:p>
          <a:endParaRPr lang="en-US"/>
        </a:p>
      </dgm:t>
    </dgm:pt>
    <dgm:pt modelId="{CA1DA331-BD94-4A41-BB3D-A0707842FD25}">
      <dgm:prSet phldrT="[Text]" phldr="0" custT="1"/>
      <dgm:spPr/>
      <dgm:t>
        <a:bodyPr/>
        <a:lstStyle/>
        <a:p>
          <a:pPr>
            <a:buFont typeface="Wingdings" panose="05000000000000000000" pitchFamily="2" charset="2"/>
            <a:buChar char="Ø"/>
          </a:pPr>
          <a:r>
            <a:rPr lang="en-US" sz="2000"/>
            <a:t>After onboarding new joiner need to sign FMI NDA Forms and Details for the Client Documentation. Prasath will send an email to the new joiners and follow up and close. </a:t>
          </a:r>
          <a:endParaRPr lang="en-US" sz="2000" dirty="0"/>
        </a:p>
      </dgm:t>
    </dgm:pt>
    <dgm:pt modelId="{46655F1E-242E-482A-AD56-B3659E1803C9}" type="parTrans" cxnId="{DF7C8B5D-45AA-4447-B2CE-1C978BD082DC}">
      <dgm:prSet/>
      <dgm:spPr/>
      <dgm:t>
        <a:bodyPr/>
        <a:lstStyle/>
        <a:p>
          <a:endParaRPr lang="en-US"/>
        </a:p>
      </dgm:t>
    </dgm:pt>
    <dgm:pt modelId="{BF11FC7A-1A99-42BC-8820-95A7FADD7F74}" type="sibTrans" cxnId="{DF7C8B5D-45AA-4447-B2CE-1C978BD082DC}">
      <dgm:prSet/>
      <dgm:spPr/>
      <dgm:t>
        <a:bodyPr/>
        <a:lstStyle/>
        <a:p>
          <a:endParaRPr lang="en-US"/>
        </a:p>
      </dgm:t>
    </dgm:pt>
    <dgm:pt modelId="{A4CE55CC-3385-4B1B-B352-90A602C364EF}">
      <dgm:prSet phldrT="[Text]" phldr="0" custT="1"/>
      <dgm:spPr/>
      <dgm:t>
        <a:bodyPr/>
        <a:lstStyle/>
        <a:p>
          <a:pPr>
            <a:buFont typeface="Wingdings" panose="05000000000000000000" pitchFamily="2" charset="2"/>
            <a:buChar char="Ø"/>
          </a:pPr>
          <a:r>
            <a:rPr lang="en-US" sz="2000"/>
            <a:t>New joiner need to complete all Mandatory Courses in Hexaguru and </a:t>
          </a:r>
          <a:r>
            <a:rPr lang="en-US" sz="2000" b="1"/>
            <a:t>Share ISDP Certificate to Prasath</a:t>
          </a:r>
          <a:r>
            <a:rPr lang="en-US" sz="2000"/>
            <a:t>.</a:t>
          </a:r>
          <a:endParaRPr lang="en-US" sz="2000" dirty="0"/>
        </a:p>
      </dgm:t>
    </dgm:pt>
    <dgm:pt modelId="{9E7127A8-6F58-4745-B281-5BA0E3B18DF7}" type="parTrans" cxnId="{1C5B79DD-93DC-4C1F-846D-C323CB3F4083}">
      <dgm:prSet/>
      <dgm:spPr/>
      <dgm:t>
        <a:bodyPr/>
        <a:lstStyle/>
        <a:p>
          <a:endParaRPr lang="en-US"/>
        </a:p>
      </dgm:t>
    </dgm:pt>
    <dgm:pt modelId="{9B742A45-6DF2-49C3-8705-D9AADBBDB6F3}" type="sibTrans" cxnId="{1C5B79DD-93DC-4C1F-846D-C323CB3F4083}">
      <dgm:prSet/>
      <dgm:spPr/>
      <dgm:t>
        <a:bodyPr/>
        <a:lstStyle/>
        <a:p>
          <a:endParaRPr lang="en-US"/>
        </a:p>
      </dgm:t>
    </dgm:pt>
    <dgm:pt modelId="{06029A2E-6220-4ED7-8D3A-72FEFBADB0BC}">
      <dgm:prSet phldrT="[Text]" phldr="0" custT="1"/>
      <dgm:spPr/>
      <dgm:t>
        <a:bodyPr/>
        <a:lstStyle/>
        <a:p>
          <a:pPr>
            <a:buFont typeface="Wingdings" panose="05000000000000000000" pitchFamily="2" charset="2"/>
            <a:buChar char="Ø"/>
          </a:pPr>
          <a:r>
            <a:rPr lang="en-US" sz="2000"/>
            <a:t>Leads/Peers need to raise all relevant access to the new joiner</a:t>
          </a:r>
          <a:endParaRPr lang="en-US" sz="2000" dirty="0"/>
        </a:p>
      </dgm:t>
    </dgm:pt>
    <dgm:pt modelId="{CBBD4211-AA08-4DB3-9893-091A7DE11B79}" type="parTrans" cxnId="{3BB0D4B1-D5D3-4825-AA49-AF24973121D4}">
      <dgm:prSet/>
      <dgm:spPr/>
      <dgm:t>
        <a:bodyPr/>
        <a:lstStyle/>
        <a:p>
          <a:endParaRPr lang="en-US"/>
        </a:p>
      </dgm:t>
    </dgm:pt>
    <dgm:pt modelId="{AAF32ABE-CF89-498D-926D-909366C7F572}" type="sibTrans" cxnId="{3BB0D4B1-D5D3-4825-AA49-AF24973121D4}">
      <dgm:prSet/>
      <dgm:spPr/>
      <dgm:t>
        <a:bodyPr/>
        <a:lstStyle/>
        <a:p>
          <a:endParaRPr lang="en-US"/>
        </a:p>
      </dgm:t>
    </dgm:pt>
    <dgm:pt modelId="{CB5C8CDB-9E3F-4795-BFE2-23AF375E8DEB}">
      <dgm:prSet phldrT="[Text]" phldr="0" custT="1"/>
      <dgm:spPr/>
      <dgm:t>
        <a:bodyPr/>
        <a:lstStyle/>
        <a:p>
          <a:pPr>
            <a:buFont typeface="Wingdings" panose="05000000000000000000" pitchFamily="2" charset="2"/>
            <a:buChar char="Ø"/>
          </a:pPr>
          <a:r>
            <a:rPr lang="en-US" sz="1600"/>
            <a:t>Click on the direct Link : </a:t>
          </a:r>
          <a:r>
            <a:rPr lang="en-US" sz="1600">
              <a:hlinkClick xmlns:r="http://schemas.openxmlformats.org/officeDocument/2006/relationships" r:id="rId1" tooltip="https://apc01.safelinks.protection.outlook.com/?url=https%3a%2f%2fhexaware.sumtotal.host%2fcore%2fpillarredirect%3frelyingparty%3dlm%26lang%3den-us%26url%3dapp%2fmanagement%2flms_actdetails.aspx%253factivityid%253d123838%2526usermode%253d0&amp;data=05%7c02%7cwilsonm%40hexaware.com%7cdf7afd7895154156bdf508de25b009eb%7c7c0c36f5af834c2488449962e0163719%7c0%7c0%7c638989635198160599%7cunknown%7ctwfpbgzsb3d8eyjfbxb0eu1hcgkionrydwusilyioiiwljaumdawmcisilaioijxaw4zmiisikfoijoitwfpbcisilduijoyfq%3d%3d%7c0%7c%7c%7c&amp;sdata=nc4elhg6moky7iscdy%2fgkcekq%2fdkcdsibbimlfu5n2i%3d&amp;reserved=0"/>
            </a:rPr>
            <a:t>https://hexaware.sumtotal.host/core/pillarRedirect?relyingParty=LM&amp;lang=en-us&amp;url=app/manag…</a:t>
          </a:r>
          <a:endParaRPr lang="en-US" sz="1600" dirty="0"/>
        </a:p>
      </dgm:t>
    </dgm:pt>
    <dgm:pt modelId="{37F90ED4-660D-4CDC-8059-8C4852BBCC9E}" type="parTrans" cxnId="{7661DABB-2A72-4017-A048-4338F7E59FCA}">
      <dgm:prSet/>
      <dgm:spPr/>
      <dgm:t>
        <a:bodyPr/>
        <a:lstStyle/>
        <a:p>
          <a:endParaRPr lang="en-US"/>
        </a:p>
      </dgm:t>
    </dgm:pt>
    <dgm:pt modelId="{7E59655C-86DD-4BFD-87E7-7AED7677341E}" type="sibTrans" cxnId="{7661DABB-2A72-4017-A048-4338F7E59FCA}">
      <dgm:prSet/>
      <dgm:spPr/>
      <dgm:t>
        <a:bodyPr/>
        <a:lstStyle/>
        <a:p>
          <a:endParaRPr lang="en-US"/>
        </a:p>
      </dgm:t>
    </dgm:pt>
    <dgm:pt modelId="{E20A16E2-660A-42A1-B7B0-B474E43F4EF6}" type="pres">
      <dgm:prSet presAssocID="{9070ABDC-D63E-4D13-BEDD-58625088E9CD}" presName="Name0" presStyleCnt="0">
        <dgm:presLayoutVars>
          <dgm:dir/>
          <dgm:animLvl val="lvl"/>
          <dgm:resizeHandles val="exact"/>
        </dgm:presLayoutVars>
      </dgm:prSet>
      <dgm:spPr/>
    </dgm:pt>
    <dgm:pt modelId="{C95C565F-349B-4A95-98F9-5BC3537D70AA}" type="pres">
      <dgm:prSet presAssocID="{A47A3E4C-F276-4AB0-843E-6C64B9040560}" presName="linNode" presStyleCnt="0"/>
      <dgm:spPr/>
    </dgm:pt>
    <dgm:pt modelId="{B6FC6571-C65C-4CCE-A135-660B60A0BAB7}" type="pres">
      <dgm:prSet presAssocID="{A47A3E4C-F276-4AB0-843E-6C64B9040560}" presName="parentText" presStyleLbl="node1" presStyleIdx="0" presStyleCnt="3">
        <dgm:presLayoutVars>
          <dgm:chMax val="1"/>
          <dgm:bulletEnabled val="1"/>
        </dgm:presLayoutVars>
      </dgm:prSet>
      <dgm:spPr/>
    </dgm:pt>
    <dgm:pt modelId="{0A6444A8-0567-4D4C-A29C-E771378D47BF}" type="pres">
      <dgm:prSet presAssocID="{A47A3E4C-F276-4AB0-843E-6C64B9040560}" presName="descendantText" presStyleLbl="alignAccFollowNode1" presStyleIdx="0" presStyleCnt="3" custScaleY="125218">
        <dgm:presLayoutVars>
          <dgm:bulletEnabled val="1"/>
        </dgm:presLayoutVars>
      </dgm:prSet>
      <dgm:spPr/>
    </dgm:pt>
    <dgm:pt modelId="{FEE531EE-E30E-4759-BF25-933B85CEB8D2}" type="pres">
      <dgm:prSet presAssocID="{1BEF08FE-FEFC-4C5E-B90A-CF380EA0FB35}" presName="sp" presStyleCnt="0"/>
      <dgm:spPr/>
    </dgm:pt>
    <dgm:pt modelId="{36E2F056-E51E-43D6-9EBB-358A4C0B591E}" type="pres">
      <dgm:prSet presAssocID="{66671F46-5C24-410B-9B23-07D9E28292BE}" presName="linNode" presStyleCnt="0"/>
      <dgm:spPr/>
    </dgm:pt>
    <dgm:pt modelId="{F78683C0-C739-45D9-8790-9FB7E90A7E5E}" type="pres">
      <dgm:prSet presAssocID="{66671F46-5C24-410B-9B23-07D9E28292BE}" presName="parentText" presStyleLbl="node1" presStyleIdx="1" presStyleCnt="3" custLinFactNeighborX="-76" custLinFactNeighborY="16869">
        <dgm:presLayoutVars>
          <dgm:chMax val="1"/>
          <dgm:bulletEnabled val="1"/>
        </dgm:presLayoutVars>
      </dgm:prSet>
      <dgm:spPr/>
    </dgm:pt>
    <dgm:pt modelId="{E2B8BDF0-1D83-48D0-B87F-F4F82F018DBD}" type="pres">
      <dgm:prSet presAssocID="{66671F46-5C24-410B-9B23-07D9E28292BE}" presName="descendantText" presStyleLbl="alignAccFollowNode1" presStyleIdx="1" presStyleCnt="3" custScaleY="175645">
        <dgm:presLayoutVars>
          <dgm:bulletEnabled val="1"/>
        </dgm:presLayoutVars>
      </dgm:prSet>
      <dgm:spPr/>
    </dgm:pt>
    <dgm:pt modelId="{F8537E0D-ADBA-4320-94A0-79368EF8E24C}" type="pres">
      <dgm:prSet presAssocID="{9083F0C7-1AD4-430D-8CAB-0BA460B90C98}" presName="sp" presStyleCnt="0"/>
      <dgm:spPr/>
    </dgm:pt>
    <dgm:pt modelId="{0916524E-BF1F-4C51-AC20-542C908DD919}" type="pres">
      <dgm:prSet presAssocID="{0913A4EE-5EB6-4B7F-AE86-0495E2486D1A}" presName="linNode" presStyleCnt="0"/>
      <dgm:spPr/>
    </dgm:pt>
    <dgm:pt modelId="{5C1FA7C8-A2BF-4B22-BDE1-10B283D75F8A}" type="pres">
      <dgm:prSet presAssocID="{0913A4EE-5EB6-4B7F-AE86-0495E2486D1A}" presName="parentText" presStyleLbl="node1" presStyleIdx="2" presStyleCnt="3" custLinFactNeighborX="-76" custLinFactNeighborY="-14318">
        <dgm:presLayoutVars>
          <dgm:chMax val="1"/>
          <dgm:bulletEnabled val="1"/>
        </dgm:presLayoutVars>
      </dgm:prSet>
      <dgm:spPr/>
    </dgm:pt>
    <dgm:pt modelId="{FE79ECD3-EF38-4E5F-B024-25DAE522FCB6}" type="pres">
      <dgm:prSet presAssocID="{0913A4EE-5EB6-4B7F-AE86-0495E2486D1A}" presName="descendantText" presStyleLbl="alignAccFollowNode1" presStyleIdx="2" presStyleCnt="3" custScaleY="221773">
        <dgm:presLayoutVars>
          <dgm:bulletEnabled val="1"/>
        </dgm:presLayoutVars>
      </dgm:prSet>
      <dgm:spPr/>
    </dgm:pt>
  </dgm:ptLst>
  <dgm:cxnLst>
    <dgm:cxn modelId="{468F1B1F-4904-4A5B-B4D9-95907968F3E1}" type="presOf" srcId="{9D1F447A-C1D4-456D-A881-B34B4F6DA206}" destId="{E2B8BDF0-1D83-48D0-B87F-F4F82F018DBD}" srcOrd="0" destOrd="1" presId="urn:microsoft.com/office/officeart/2005/8/layout/vList5"/>
    <dgm:cxn modelId="{1F591E21-5DFB-47C9-BAF9-6E408E8DB07C}" type="presOf" srcId="{CA1DA331-BD94-4A41-BB3D-A0707842FD25}" destId="{FE79ECD3-EF38-4E5F-B024-25DAE522FCB6}" srcOrd="0" destOrd="0" presId="urn:microsoft.com/office/officeart/2005/8/layout/vList5"/>
    <dgm:cxn modelId="{301CDC36-71FF-4DD5-A5CA-A831473569E4}" type="presOf" srcId="{4C646246-25E9-4385-998C-A487F35866A1}" destId="{0A6444A8-0567-4D4C-A29C-E771378D47BF}" srcOrd="0" destOrd="0" presId="urn:microsoft.com/office/officeart/2005/8/layout/vList5"/>
    <dgm:cxn modelId="{FD97743E-DBEB-494A-8EC8-B009E394FE53}" type="presOf" srcId="{A47A3E4C-F276-4AB0-843E-6C64B9040560}" destId="{B6FC6571-C65C-4CCE-A135-660B60A0BAB7}" srcOrd="0" destOrd="0" presId="urn:microsoft.com/office/officeart/2005/8/layout/vList5"/>
    <dgm:cxn modelId="{DF7C8B5D-45AA-4447-B2CE-1C978BD082DC}" srcId="{0913A4EE-5EB6-4B7F-AE86-0495E2486D1A}" destId="{CA1DA331-BD94-4A41-BB3D-A0707842FD25}" srcOrd="0" destOrd="0" parTransId="{46655F1E-242E-482A-AD56-B3659E1803C9}" sibTransId="{BF11FC7A-1A99-42BC-8820-95A7FADD7F74}"/>
    <dgm:cxn modelId="{60109944-F96F-44BC-B1EB-764FB4C11224}" type="presOf" srcId="{CB5C8CDB-9E3F-4795-BFE2-23AF375E8DEB}" destId="{FE79ECD3-EF38-4E5F-B024-25DAE522FCB6}" srcOrd="0" destOrd="2" presId="urn:microsoft.com/office/officeart/2005/8/layout/vList5"/>
    <dgm:cxn modelId="{7F79936C-6A9F-4391-B0AB-9BD79FE3009E}" srcId="{66671F46-5C24-410B-9B23-07D9E28292BE}" destId="{9D1F447A-C1D4-456D-A881-B34B4F6DA206}" srcOrd="1" destOrd="0" parTransId="{559AA0B2-C681-4A1E-B824-25E756664304}" sibTransId="{BD2AF140-84EF-4742-88C4-E3C3356A8B48}"/>
    <dgm:cxn modelId="{2711A66C-FF80-410D-8158-22FF8B9D3A81}" srcId="{A47A3E4C-F276-4AB0-843E-6C64B9040560}" destId="{E94216DA-745E-4871-8981-3DE97FEFF027}" srcOrd="1" destOrd="0" parTransId="{C94FA750-AA72-4DDD-99D5-805B9658A8FC}" sibTransId="{1B364005-97EF-4C6F-A106-DDECDD545934}"/>
    <dgm:cxn modelId="{2DEA6972-61C3-4055-97C4-2AE3AD2089EC}" type="presOf" srcId="{DF738D67-B6C1-4E37-88D9-D733F1346BBD}" destId="{E2B8BDF0-1D83-48D0-B87F-F4F82F018DBD}" srcOrd="0" destOrd="0" presId="urn:microsoft.com/office/officeart/2005/8/layout/vList5"/>
    <dgm:cxn modelId="{4C317C77-304F-41A7-A14E-FE32D74D3A7F}" srcId="{66671F46-5C24-410B-9B23-07D9E28292BE}" destId="{DF738D67-B6C1-4E37-88D9-D733F1346BBD}" srcOrd="0" destOrd="0" parTransId="{104A5069-EBBF-41AE-A708-E027FBE404E1}" sibTransId="{38B0331A-745B-4E1E-9CFB-EC8D3C6C1429}"/>
    <dgm:cxn modelId="{1B9CEE85-AFAD-4EE5-B930-5F76CD1A309E}" srcId="{9070ABDC-D63E-4D13-BEDD-58625088E9CD}" destId="{0913A4EE-5EB6-4B7F-AE86-0495E2486D1A}" srcOrd="2" destOrd="0" parTransId="{96FD84FE-BF01-4F81-B15C-B6B6E81AE128}" sibTransId="{B6E72ED1-9123-49D4-AD11-7F938929A43E}"/>
    <dgm:cxn modelId="{5FA83486-DB21-4C3D-8864-0ACC3B1AC7F5}" type="presOf" srcId="{E94216DA-745E-4871-8981-3DE97FEFF027}" destId="{0A6444A8-0567-4D4C-A29C-E771378D47BF}" srcOrd="0" destOrd="1" presId="urn:microsoft.com/office/officeart/2005/8/layout/vList5"/>
    <dgm:cxn modelId="{6D4F7699-E260-42ED-890C-9E27A2B54E21}" srcId="{9070ABDC-D63E-4D13-BEDD-58625088E9CD}" destId="{66671F46-5C24-410B-9B23-07D9E28292BE}" srcOrd="1" destOrd="0" parTransId="{9BEDB934-8DA3-43D9-B99F-771699798BEC}" sibTransId="{9083F0C7-1AD4-430D-8CAB-0BA460B90C98}"/>
    <dgm:cxn modelId="{8AA2A7A9-AD13-4755-A3F3-58E489B6E1A1}" type="presOf" srcId="{66671F46-5C24-410B-9B23-07D9E28292BE}" destId="{F78683C0-C739-45D9-8790-9FB7E90A7E5E}" srcOrd="0" destOrd="0" presId="urn:microsoft.com/office/officeart/2005/8/layout/vList5"/>
    <dgm:cxn modelId="{3BB0D4B1-D5D3-4825-AA49-AF24973121D4}" srcId="{66671F46-5C24-410B-9B23-07D9E28292BE}" destId="{06029A2E-6220-4ED7-8D3A-72FEFBADB0BC}" srcOrd="2" destOrd="0" parTransId="{CBBD4211-AA08-4DB3-9893-091A7DE11B79}" sibTransId="{AAF32ABE-CF89-498D-926D-909366C7F572}"/>
    <dgm:cxn modelId="{7661DABB-2A72-4017-A048-4338F7E59FCA}" srcId="{0913A4EE-5EB6-4B7F-AE86-0495E2486D1A}" destId="{CB5C8CDB-9E3F-4795-BFE2-23AF375E8DEB}" srcOrd="2" destOrd="0" parTransId="{37F90ED4-660D-4CDC-8059-8C4852BBCC9E}" sibTransId="{7E59655C-86DD-4BFD-87E7-7AED7677341E}"/>
    <dgm:cxn modelId="{FC762CBE-1331-465A-8A72-D2E0A7BD80D4}" type="presOf" srcId="{06029A2E-6220-4ED7-8D3A-72FEFBADB0BC}" destId="{E2B8BDF0-1D83-48D0-B87F-F4F82F018DBD}" srcOrd="0" destOrd="2" presId="urn:microsoft.com/office/officeart/2005/8/layout/vList5"/>
    <dgm:cxn modelId="{A2821FC4-37F6-4693-A7AD-D7BA1A8BC4E9}" srcId="{A47A3E4C-F276-4AB0-843E-6C64B9040560}" destId="{4C646246-25E9-4385-998C-A487F35866A1}" srcOrd="0" destOrd="0" parTransId="{D25F2E79-A255-44CB-9CE6-F0A121EBFB8A}" sibTransId="{3FBFFFE8-81B3-482D-A6E2-727FC8484732}"/>
    <dgm:cxn modelId="{60D356CC-BB91-4134-A48E-53DC7A5723E3}" type="presOf" srcId="{9070ABDC-D63E-4D13-BEDD-58625088E9CD}" destId="{E20A16E2-660A-42A1-B7B0-B474E43F4EF6}" srcOrd="0" destOrd="0" presId="urn:microsoft.com/office/officeart/2005/8/layout/vList5"/>
    <dgm:cxn modelId="{DACE0ECE-B3EC-4C3E-8FF4-03E2C2D37257}" type="presOf" srcId="{0913A4EE-5EB6-4B7F-AE86-0495E2486D1A}" destId="{5C1FA7C8-A2BF-4B22-BDE1-10B283D75F8A}" srcOrd="0" destOrd="0" presId="urn:microsoft.com/office/officeart/2005/8/layout/vList5"/>
    <dgm:cxn modelId="{26B0F9DC-6D74-40A9-AE44-BDBC4814DE4D}" srcId="{9070ABDC-D63E-4D13-BEDD-58625088E9CD}" destId="{A47A3E4C-F276-4AB0-843E-6C64B9040560}" srcOrd="0" destOrd="0" parTransId="{94D27492-6416-414C-828E-1B66215B5346}" sibTransId="{1BEF08FE-FEFC-4C5E-B90A-CF380EA0FB35}"/>
    <dgm:cxn modelId="{1C5B79DD-93DC-4C1F-846D-C323CB3F4083}" srcId="{0913A4EE-5EB6-4B7F-AE86-0495E2486D1A}" destId="{A4CE55CC-3385-4B1B-B352-90A602C364EF}" srcOrd="1" destOrd="0" parTransId="{9E7127A8-6F58-4745-B281-5BA0E3B18DF7}" sibTransId="{9B742A45-6DF2-49C3-8705-D9AADBBDB6F3}"/>
    <dgm:cxn modelId="{40782CF8-6191-4D5E-B647-940BDD03C05C}" type="presOf" srcId="{A4CE55CC-3385-4B1B-B352-90A602C364EF}" destId="{FE79ECD3-EF38-4E5F-B024-25DAE522FCB6}" srcOrd="0" destOrd="1" presId="urn:microsoft.com/office/officeart/2005/8/layout/vList5"/>
    <dgm:cxn modelId="{46CC0BAA-F31E-409F-9570-EC4C0A28E948}" type="presParOf" srcId="{E20A16E2-660A-42A1-B7B0-B474E43F4EF6}" destId="{C95C565F-349B-4A95-98F9-5BC3537D70AA}" srcOrd="0" destOrd="0" presId="urn:microsoft.com/office/officeart/2005/8/layout/vList5"/>
    <dgm:cxn modelId="{F9C16F1F-B389-4280-B8E0-EC69136551DF}" type="presParOf" srcId="{C95C565F-349B-4A95-98F9-5BC3537D70AA}" destId="{B6FC6571-C65C-4CCE-A135-660B60A0BAB7}" srcOrd="0" destOrd="0" presId="urn:microsoft.com/office/officeart/2005/8/layout/vList5"/>
    <dgm:cxn modelId="{A0401C9D-8A17-4DA9-8298-6A09B81CCE1D}" type="presParOf" srcId="{C95C565F-349B-4A95-98F9-5BC3537D70AA}" destId="{0A6444A8-0567-4D4C-A29C-E771378D47BF}" srcOrd="1" destOrd="0" presId="urn:microsoft.com/office/officeart/2005/8/layout/vList5"/>
    <dgm:cxn modelId="{2C1FC10F-4D4B-4552-8125-7ACB2AF7F4A4}" type="presParOf" srcId="{E20A16E2-660A-42A1-B7B0-B474E43F4EF6}" destId="{FEE531EE-E30E-4759-BF25-933B85CEB8D2}" srcOrd="1" destOrd="0" presId="urn:microsoft.com/office/officeart/2005/8/layout/vList5"/>
    <dgm:cxn modelId="{5D98B313-AAF6-4C75-8A7C-56BB0D4E9E64}" type="presParOf" srcId="{E20A16E2-660A-42A1-B7B0-B474E43F4EF6}" destId="{36E2F056-E51E-43D6-9EBB-358A4C0B591E}" srcOrd="2" destOrd="0" presId="urn:microsoft.com/office/officeart/2005/8/layout/vList5"/>
    <dgm:cxn modelId="{9354DD4B-69EB-4C13-98AB-D801EBEE78F0}" type="presParOf" srcId="{36E2F056-E51E-43D6-9EBB-358A4C0B591E}" destId="{F78683C0-C739-45D9-8790-9FB7E90A7E5E}" srcOrd="0" destOrd="0" presId="urn:microsoft.com/office/officeart/2005/8/layout/vList5"/>
    <dgm:cxn modelId="{400AE6B0-FDBE-4558-A735-7BBACA7DA8C7}" type="presParOf" srcId="{36E2F056-E51E-43D6-9EBB-358A4C0B591E}" destId="{E2B8BDF0-1D83-48D0-B87F-F4F82F018DBD}" srcOrd="1" destOrd="0" presId="urn:microsoft.com/office/officeart/2005/8/layout/vList5"/>
    <dgm:cxn modelId="{78767966-E9DB-49D5-8751-4ADB8D8482D5}" type="presParOf" srcId="{E20A16E2-660A-42A1-B7B0-B474E43F4EF6}" destId="{F8537E0D-ADBA-4320-94A0-79368EF8E24C}" srcOrd="3" destOrd="0" presId="urn:microsoft.com/office/officeart/2005/8/layout/vList5"/>
    <dgm:cxn modelId="{067903DA-4977-4AB9-A006-D48159AB2276}" type="presParOf" srcId="{E20A16E2-660A-42A1-B7B0-B474E43F4EF6}" destId="{0916524E-BF1F-4C51-AC20-542C908DD919}" srcOrd="4" destOrd="0" presId="urn:microsoft.com/office/officeart/2005/8/layout/vList5"/>
    <dgm:cxn modelId="{F16F3D28-8932-43F2-B44C-60D33DE8F8C3}" type="presParOf" srcId="{0916524E-BF1F-4C51-AC20-542C908DD919}" destId="{5C1FA7C8-A2BF-4B22-BDE1-10B283D75F8A}" srcOrd="0" destOrd="0" presId="urn:microsoft.com/office/officeart/2005/8/layout/vList5"/>
    <dgm:cxn modelId="{7172E61D-B81F-4529-8173-42AE87218C1B}" type="presParOf" srcId="{0916524E-BF1F-4C51-AC20-542C908DD919}" destId="{FE79ECD3-EF38-4E5F-B024-25DAE522FCB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070ABDC-D63E-4D13-BEDD-58625088E9CD}"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A47A3E4C-F276-4AB0-843E-6C64B9040560}">
      <dgm:prSet phldrT="[Text]" custT="1"/>
      <dgm:spPr/>
      <dgm:t>
        <a:bodyPr/>
        <a:lstStyle/>
        <a:p>
          <a:r>
            <a:rPr lang="en-US" sz="2400" b="1" dirty="0"/>
            <a:t>Know Your Customer and Business</a:t>
          </a:r>
        </a:p>
      </dgm:t>
    </dgm:pt>
    <dgm:pt modelId="{94D27492-6416-414C-828E-1B66215B5346}" type="parTrans" cxnId="{26B0F9DC-6D74-40A9-AE44-BDBC4814DE4D}">
      <dgm:prSet/>
      <dgm:spPr/>
      <dgm:t>
        <a:bodyPr/>
        <a:lstStyle/>
        <a:p>
          <a:endParaRPr lang="en-US"/>
        </a:p>
      </dgm:t>
    </dgm:pt>
    <dgm:pt modelId="{1BEF08FE-FEFC-4C5E-B90A-CF380EA0FB35}" type="sibTrans" cxnId="{26B0F9DC-6D74-40A9-AE44-BDBC4814DE4D}">
      <dgm:prSet/>
      <dgm:spPr/>
      <dgm:t>
        <a:bodyPr/>
        <a:lstStyle/>
        <a:p>
          <a:endParaRPr lang="en-US"/>
        </a:p>
      </dgm:t>
    </dgm:pt>
    <dgm:pt modelId="{4C646246-25E9-4385-998C-A487F35866A1}">
      <dgm:prSet phldrT="[Text]" custT="1"/>
      <dgm:spPr/>
      <dgm:t>
        <a:bodyPr/>
        <a:lstStyle/>
        <a:p>
          <a:pPr>
            <a:buFont typeface="Wingdings" panose="05000000000000000000" pitchFamily="2" charset="2"/>
            <a:buChar char="Ø"/>
          </a:pPr>
          <a:r>
            <a:rPr lang="en-US" sz="2000" dirty="0"/>
            <a:t>Please go through Documents present the “</a:t>
          </a:r>
          <a:r>
            <a:rPr lang="en-US" sz="2000" b="1" dirty="0"/>
            <a:t>KNOW YOUR CUSTOMER FOLDER”</a:t>
          </a:r>
        </a:p>
      </dgm:t>
    </dgm:pt>
    <dgm:pt modelId="{D25F2E79-A255-44CB-9CE6-F0A121EBFB8A}" type="parTrans" cxnId="{A2821FC4-37F6-4693-A7AD-D7BA1A8BC4E9}">
      <dgm:prSet/>
      <dgm:spPr/>
      <dgm:t>
        <a:bodyPr/>
        <a:lstStyle/>
        <a:p>
          <a:endParaRPr lang="en-US"/>
        </a:p>
      </dgm:t>
    </dgm:pt>
    <dgm:pt modelId="{3FBFFFE8-81B3-482D-A6E2-727FC8484732}" type="sibTrans" cxnId="{A2821FC4-37F6-4693-A7AD-D7BA1A8BC4E9}">
      <dgm:prSet/>
      <dgm:spPr/>
      <dgm:t>
        <a:bodyPr/>
        <a:lstStyle/>
        <a:p>
          <a:endParaRPr lang="en-US"/>
        </a:p>
      </dgm:t>
    </dgm:pt>
    <dgm:pt modelId="{E94216DA-745E-4871-8981-3DE97FEFF027}">
      <dgm:prSet phldrT="[Text]" custT="1"/>
      <dgm:spPr/>
      <dgm:t>
        <a:bodyPr/>
        <a:lstStyle/>
        <a:p>
          <a:pPr>
            <a:buFont typeface="Wingdings" panose="05000000000000000000" pitchFamily="2" charset="2"/>
            <a:buChar char="Ø"/>
          </a:pPr>
          <a:r>
            <a:rPr lang="en-US" sz="2000" dirty="0"/>
            <a:t>Watch FMI mining process videos and understand how mining working . </a:t>
          </a:r>
          <a:r>
            <a:rPr lang="en-US" sz="2000" dirty="0">
              <a:hlinkClick xmlns:r="http://schemas.openxmlformats.org/officeDocument/2006/relationships" r:id="rId1"/>
            </a:rPr>
            <a:t>Freeport - YouTube</a:t>
          </a:r>
          <a:endParaRPr lang="en-US" sz="2000" dirty="0"/>
        </a:p>
      </dgm:t>
    </dgm:pt>
    <dgm:pt modelId="{C94FA750-AA72-4DDD-99D5-805B9658A8FC}" type="parTrans" cxnId="{2711A66C-FF80-410D-8158-22FF8B9D3A81}">
      <dgm:prSet/>
      <dgm:spPr/>
      <dgm:t>
        <a:bodyPr/>
        <a:lstStyle/>
        <a:p>
          <a:endParaRPr lang="en-US"/>
        </a:p>
      </dgm:t>
    </dgm:pt>
    <dgm:pt modelId="{1B364005-97EF-4C6F-A106-DDECDD545934}" type="sibTrans" cxnId="{2711A66C-FF80-410D-8158-22FF8B9D3A81}">
      <dgm:prSet/>
      <dgm:spPr/>
      <dgm:t>
        <a:bodyPr/>
        <a:lstStyle/>
        <a:p>
          <a:endParaRPr lang="en-US"/>
        </a:p>
      </dgm:t>
    </dgm:pt>
    <dgm:pt modelId="{66671F46-5C24-410B-9B23-07D9E28292BE}">
      <dgm:prSet phldrT="[Text]" custT="1"/>
      <dgm:spPr/>
      <dgm:t>
        <a:bodyPr/>
        <a:lstStyle/>
        <a:p>
          <a:r>
            <a:rPr lang="en-US" sz="2400" b="1" dirty="0"/>
            <a:t>What Hexaware Doing With FMI</a:t>
          </a:r>
        </a:p>
      </dgm:t>
    </dgm:pt>
    <dgm:pt modelId="{9BEDB934-8DA3-43D9-B99F-771699798BEC}" type="parTrans" cxnId="{6D4F7699-E260-42ED-890C-9E27A2B54E21}">
      <dgm:prSet/>
      <dgm:spPr/>
      <dgm:t>
        <a:bodyPr/>
        <a:lstStyle/>
        <a:p>
          <a:endParaRPr lang="en-US"/>
        </a:p>
      </dgm:t>
    </dgm:pt>
    <dgm:pt modelId="{9083F0C7-1AD4-430D-8CAB-0BA460B90C98}" type="sibTrans" cxnId="{6D4F7699-E260-42ED-890C-9E27A2B54E21}">
      <dgm:prSet/>
      <dgm:spPr/>
      <dgm:t>
        <a:bodyPr/>
        <a:lstStyle/>
        <a:p>
          <a:endParaRPr lang="en-US"/>
        </a:p>
      </dgm:t>
    </dgm:pt>
    <dgm:pt modelId="{DF738D67-B6C1-4E37-88D9-D733F1346BBD}">
      <dgm:prSet phldrT="[Text]" phldr="0" custT="1"/>
      <dgm:spPr/>
      <dgm:t>
        <a:bodyPr/>
        <a:lstStyle/>
        <a:p>
          <a:pPr>
            <a:buFont typeface="Wingdings" panose="05000000000000000000" pitchFamily="2" charset="2"/>
            <a:buChar char="Ø"/>
          </a:pPr>
          <a:r>
            <a:rPr lang="en-US" sz="2000" dirty="0"/>
            <a:t>Understand What Hexaware doing with FMI. Connect with Respective Leads and Understand the process.</a:t>
          </a:r>
        </a:p>
      </dgm:t>
    </dgm:pt>
    <dgm:pt modelId="{104A5069-EBBF-41AE-A708-E027FBE404E1}" type="parTrans" cxnId="{4C317C77-304F-41A7-A14E-FE32D74D3A7F}">
      <dgm:prSet/>
      <dgm:spPr/>
      <dgm:t>
        <a:bodyPr/>
        <a:lstStyle/>
        <a:p>
          <a:endParaRPr lang="en-US"/>
        </a:p>
      </dgm:t>
    </dgm:pt>
    <dgm:pt modelId="{38B0331A-745B-4E1E-9CFB-EC8D3C6C1429}" type="sibTrans" cxnId="{4C317C77-304F-41A7-A14E-FE32D74D3A7F}">
      <dgm:prSet/>
      <dgm:spPr/>
      <dgm:t>
        <a:bodyPr/>
        <a:lstStyle/>
        <a:p>
          <a:endParaRPr lang="en-US"/>
        </a:p>
      </dgm:t>
    </dgm:pt>
    <dgm:pt modelId="{0913A4EE-5EB6-4B7F-AE86-0495E2486D1A}">
      <dgm:prSet phldrT="[Text]" phldr="0" custT="1"/>
      <dgm:spPr/>
      <dgm:t>
        <a:bodyPr/>
        <a:lstStyle/>
        <a:p>
          <a:r>
            <a:rPr lang="en-US" sz="2400" b="1" dirty="0"/>
            <a:t>SQL Training and Refresh </a:t>
          </a:r>
        </a:p>
      </dgm:t>
    </dgm:pt>
    <dgm:pt modelId="{96FD84FE-BF01-4F81-B15C-B6B6E81AE128}" type="parTrans" cxnId="{1B9CEE85-AFAD-4EE5-B930-5F76CD1A309E}">
      <dgm:prSet/>
      <dgm:spPr/>
      <dgm:t>
        <a:bodyPr/>
        <a:lstStyle/>
        <a:p>
          <a:endParaRPr lang="en-US"/>
        </a:p>
      </dgm:t>
    </dgm:pt>
    <dgm:pt modelId="{B6E72ED1-9123-49D4-AD11-7F938929A43E}" type="sibTrans" cxnId="{1B9CEE85-AFAD-4EE5-B930-5F76CD1A309E}">
      <dgm:prSet/>
      <dgm:spPr/>
      <dgm:t>
        <a:bodyPr/>
        <a:lstStyle/>
        <a:p>
          <a:endParaRPr lang="en-US"/>
        </a:p>
      </dgm:t>
    </dgm:pt>
    <dgm:pt modelId="{CA1DA331-BD94-4A41-BB3D-A0707842FD25}">
      <dgm:prSet phldrT="[Text]" phldr="0" custT="1"/>
      <dgm:spPr/>
      <dgm:t>
        <a:bodyPr/>
        <a:lstStyle/>
        <a:p>
          <a:pPr>
            <a:buFont typeface="Wingdings" panose="05000000000000000000" pitchFamily="2" charset="2"/>
            <a:buChar char="Ø"/>
          </a:pPr>
          <a:r>
            <a:rPr lang="en-US" sz="2000" dirty="0"/>
            <a:t>Refresh Basic SQL to Advanced SQL concepts in very detail manner.</a:t>
          </a:r>
        </a:p>
      </dgm:t>
    </dgm:pt>
    <dgm:pt modelId="{46655F1E-242E-482A-AD56-B3659E1803C9}" type="parTrans" cxnId="{DF7C8B5D-45AA-4447-B2CE-1C978BD082DC}">
      <dgm:prSet/>
      <dgm:spPr/>
      <dgm:t>
        <a:bodyPr/>
        <a:lstStyle/>
        <a:p>
          <a:endParaRPr lang="en-US"/>
        </a:p>
      </dgm:t>
    </dgm:pt>
    <dgm:pt modelId="{BF11FC7A-1A99-42BC-8820-95A7FADD7F74}" type="sibTrans" cxnId="{DF7C8B5D-45AA-4447-B2CE-1C978BD082DC}">
      <dgm:prSet/>
      <dgm:spPr/>
      <dgm:t>
        <a:bodyPr/>
        <a:lstStyle/>
        <a:p>
          <a:endParaRPr lang="en-US"/>
        </a:p>
      </dgm:t>
    </dgm:pt>
    <dgm:pt modelId="{7A7525E7-201B-42BC-AC95-B0D234FD0430}">
      <dgm:prSet phldrT="[Text]" phldr="0" custT="1"/>
      <dgm:spPr/>
      <dgm:t>
        <a:bodyPr/>
        <a:lstStyle/>
        <a:p>
          <a:pPr>
            <a:buFont typeface="Wingdings" panose="05000000000000000000" pitchFamily="2" charset="2"/>
            <a:buChar char="Ø"/>
          </a:pPr>
          <a:r>
            <a:rPr lang="en-US" sz="2000" dirty="0"/>
            <a:t>What Technology stacks and How Hexaware doing business with FMI for the Last 17 years</a:t>
          </a:r>
        </a:p>
      </dgm:t>
    </dgm:pt>
    <dgm:pt modelId="{7BB505AB-8BCE-4E57-B851-8697016FB33D}" type="parTrans" cxnId="{820E1C38-5DF0-47A3-AE0E-48CBA0398689}">
      <dgm:prSet/>
      <dgm:spPr/>
      <dgm:t>
        <a:bodyPr/>
        <a:lstStyle/>
        <a:p>
          <a:endParaRPr lang="en-US"/>
        </a:p>
      </dgm:t>
    </dgm:pt>
    <dgm:pt modelId="{937FAE22-0D60-4A24-9BFA-70DC96D25EA2}" type="sibTrans" cxnId="{820E1C38-5DF0-47A3-AE0E-48CBA0398689}">
      <dgm:prSet/>
      <dgm:spPr/>
      <dgm:t>
        <a:bodyPr/>
        <a:lstStyle/>
        <a:p>
          <a:endParaRPr lang="en-US"/>
        </a:p>
      </dgm:t>
    </dgm:pt>
    <dgm:pt modelId="{D9E7A22F-802B-4419-BFBD-6CE7084067C2}">
      <dgm:prSet phldrT="[Text]" custT="1"/>
      <dgm:spPr/>
      <dgm:t>
        <a:bodyPr/>
        <a:lstStyle/>
        <a:p>
          <a:pPr>
            <a:buFont typeface="Wingdings" panose="05000000000000000000" pitchFamily="2" charset="2"/>
            <a:buNone/>
          </a:pPr>
          <a:endParaRPr lang="en-US" sz="2000" b="1" dirty="0"/>
        </a:p>
      </dgm:t>
    </dgm:pt>
    <dgm:pt modelId="{FA9BB1D9-B094-42D4-81FA-FBA8DBAD6A3E}" type="parTrans" cxnId="{8BDC115F-A90D-4F94-B797-F0AE822268BB}">
      <dgm:prSet/>
      <dgm:spPr/>
      <dgm:t>
        <a:bodyPr/>
        <a:lstStyle/>
        <a:p>
          <a:endParaRPr lang="en-US"/>
        </a:p>
      </dgm:t>
    </dgm:pt>
    <dgm:pt modelId="{603A3DE0-5F7B-4A5F-A9CF-DC110AE2C05C}" type="sibTrans" cxnId="{8BDC115F-A90D-4F94-B797-F0AE822268BB}">
      <dgm:prSet/>
      <dgm:spPr/>
      <dgm:t>
        <a:bodyPr/>
        <a:lstStyle/>
        <a:p>
          <a:endParaRPr lang="en-US"/>
        </a:p>
      </dgm:t>
    </dgm:pt>
    <dgm:pt modelId="{4AE22B71-F38B-41E3-BF28-415133B0C8BD}">
      <dgm:prSet phldrT="[Text]" phldr="0" custT="1"/>
      <dgm:spPr/>
      <dgm:t>
        <a:bodyPr/>
        <a:lstStyle/>
        <a:p>
          <a:pPr>
            <a:buFont typeface="Wingdings" panose="05000000000000000000" pitchFamily="2" charset="2"/>
            <a:buChar char="Ø"/>
          </a:pPr>
          <a:r>
            <a:rPr lang="en-US" sz="2000" dirty="0"/>
            <a:t>Refer the Documents present in the </a:t>
          </a:r>
          <a:r>
            <a:rPr lang="en-US" sz="2000" b="1" dirty="0"/>
            <a:t>“SQL TRAINING FOLDER”</a:t>
          </a:r>
        </a:p>
      </dgm:t>
    </dgm:pt>
    <dgm:pt modelId="{B83D65B7-ECA4-4706-B943-207062B33385}" type="parTrans" cxnId="{7A419705-7B16-4E0E-AA09-2CB2739A51C3}">
      <dgm:prSet/>
      <dgm:spPr/>
    </dgm:pt>
    <dgm:pt modelId="{BF469DB4-FC55-4BC7-B660-05660E72F0C3}" type="sibTrans" cxnId="{7A419705-7B16-4E0E-AA09-2CB2739A51C3}">
      <dgm:prSet/>
      <dgm:spPr/>
    </dgm:pt>
    <dgm:pt modelId="{E20A16E2-660A-42A1-B7B0-B474E43F4EF6}" type="pres">
      <dgm:prSet presAssocID="{9070ABDC-D63E-4D13-BEDD-58625088E9CD}" presName="Name0" presStyleCnt="0">
        <dgm:presLayoutVars>
          <dgm:dir/>
          <dgm:animLvl val="lvl"/>
          <dgm:resizeHandles val="exact"/>
        </dgm:presLayoutVars>
      </dgm:prSet>
      <dgm:spPr/>
    </dgm:pt>
    <dgm:pt modelId="{C95C565F-349B-4A95-98F9-5BC3537D70AA}" type="pres">
      <dgm:prSet presAssocID="{A47A3E4C-F276-4AB0-843E-6C64B9040560}" presName="linNode" presStyleCnt="0"/>
      <dgm:spPr/>
    </dgm:pt>
    <dgm:pt modelId="{B6FC6571-C65C-4CCE-A135-660B60A0BAB7}" type="pres">
      <dgm:prSet presAssocID="{A47A3E4C-F276-4AB0-843E-6C64B9040560}" presName="parentText" presStyleLbl="node1" presStyleIdx="0" presStyleCnt="3">
        <dgm:presLayoutVars>
          <dgm:chMax val="1"/>
          <dgm:bulletEnabled val="1"/>
        </dgm:presLayoutVars>
      </dgm:prSet>
      <dgm:spPr/>
    </dgm:pt>
    <dgm:pt modelId="{0A6444A8-0567-4D4C-A29C-E771378D47BF}" type="pres">
      <dgm:prSet presAssocID="{A47A3E4C-F276-4AB0-843E-6C64B9040560}" presName="descendantText" presStyleLbl="alignAccFollowNode1" presStyleIdx="0" presStyleCnt="3" custScaleY="125218">
        <dgm:presLayoutVars>
          <dgm:bulletEnabled val="1"/>
        </dgm:presLayoutVars>
      </dgm:prSet>
      <dgm:spPr/>
    </dgm:pt>
    <dgm:pt modelId="{FEE531EE-E30E-4759-BF25-933B85CEB8D2}" type="pres">
      <dgm:prSet presAssocID="{1BEF08FE-FEFC-4C5E-B90A-CF380EA0FB35}" presName="sp" presStyleCnt="0"/>
      <dgm:spPr/>
    </dgm:pt>
    <dgm:pt modelId="{36E2F056-E51E-43D6-9EBB-358A4C0B591E}" type="pres">
      <dgm:prSet presAssocID="{66671F46-5C24-410B-9B23-07D9E28292BE}" presName="linNode" presStyleCnt="0"/>
      <dgm:spPr/>
    </dgm:pt>
    <dgm:pt modelId="{F78683C0-C739-45D9-8790-9FB7E90A7E5E}" type="pres">
      <dgm:prSet presAssocID="{66671F46-5C24-410B-9B23-07D9E28292BE}" presName="parentText" presStyleLbl="node1" presStyleIdx="1" presStyleCnt="3" custLinFactNeighborX="-76" custLinFactNeighborY="16869">
        <dgm:presLayoutVars>
          <dgm:chMax val="1"/>
          <dgm:bulletEnabled val="1"/>
        </dgm:presLayoutVars>
      </dgm:prSet>
      <dgm:spPr/>
    </dgm:pt>
    <dgm:pt modelId="{E2B8BDF0-1D83-48D0-B87F-F4F82F018DBD}" type="pres">
      <dgm:prSet presAssocID="{66671F46-5C24-410B-9B23-07D9E28292BE}" presName="descendantText" presStyleLbl="alignAccFollowNode1" presStyleIdx="1" presStyleCnt="3" custScaleY="175645">
        <dgm:presLayoutVars>
          <dgm:bulletEnabled val="1"/>
        </dgm:presLayoutVars>
      </dgm:prSet>
      <dgm:spPr/>
    </dgm:pt>
    <dgm:pt modelId="{F8537E0D-ADBA-4320-94A0-79368EF8E24C}" type="pres">
      <dgm:prSet presAssocID="{9083F0C7-1AD4-430D-8CAB-0BA460B90C98}" presName="sp" presStyleCnt="0"/>
      <dgm:spPr/>
    </dgm:pt>
    <dgm:pt modelId="{0916524E-BF1F-4C51-AC20-542C908DD919}" type="pres">
      <dgm:prSet presAssocID="{0913A4EE-5EB6-4B7F-AE86-0495E2486D1A}" presName="linNode" presStyleCnt="0"/>
      <dgm:spPr/>
    </dgm:pt>
    <dgm:pt modelId="{5C1FA7C8-A2BF-4B22-BDE1-10B283D75F8A}" type="pres">
      <dgm:prSet presAssocID="{0913A4EE-5EB6-4B7F-AE86-0495E2486D1A}" presName="parentText" presStyleLbl="node1" presStyleIdx="2" presStyleCnt="3" custLinFactNeighborX="-76" custLinFactNeighborY="-14318">
        <dgm:presLayoutVars>
          <dgm:chMax val="1"/>
          <dgm:bulletEnabled val="1"/>
        </dgm:presLayoutVars>
      </dgm:prSet>
      <dgm:spPr/>
    </dgm:pt>
    <dgm:pt modelId="{FE79ECD3-EF38-4E5F-B024-25DAE522FCB6}" type="pres">
      <dgm:prSet presAssocID="{0913A4EE-5EB6-4B7F-AE86-0495E2486D1A}" presName="descendantText" presStyleLbl="alignAccFollowNode1" presStyleIdx="2" presStyleCnt="3" custScaleY="221773">
        <dgm:presLayoutVars>
          <dgm:bulletEnabled val="1"/>
        </dgm:presLayoutVars>
      </dgm:prSet>
      <dgm:spPr/>
    </dgm:pt>
  </dgm:ptLst>
  <dgm:cxnLst>
    <dgm:cxn modelId="{7A419705-7B16-4E0E-AA09-2CB2739A51C3}" srcId="{0913A4EE-5EB6-4B7F-AE86-0495E2486D1A}" destId="{4AE22B71-F38B-41E3-BF28-415133B0C8BD}" srcOrd="1" destOrd="0" parTransId="{B83D65B7-ECA4-4706-B943-207062B33385}" sibTransId="{BF469DB4-FC55-4BC7-B660-05660E72F0C3}"/>
    <dgm:cxn modelId="{1F591E21-5DFB-47C9-BAF9-6E408E8DB07C}" type="presOf" srcId="{CA1DA331-BD94-4A41-BB3D-A0707842FD25}" destId="{FE79ECD3-EF38-4E5F-B024-25DAE522FCB6}" srcOrd="0" destOrd="0" presId="urn:microsoft.com/office/officeart/2005/8/layout/vList5"/>
    <dgm:cxn modelId="{301CDC36-71FF-4DD5-A5CA-A831473569E4}" type="presOf" srcId="{4C646246-25E9-4385-998C-A487F35866A1}" destId="{0A6444A8-0567-4D4C-A29C-E771378D47BF}" srcOrd="0" destOrd="0" presId="urn:microsoft.com/office/officeart/2005/8/layout/vList5"/>
    <dgm:cxn modelId="{820E1C38-5DF0-47A3-AE0E-48CBA0398689}" srcId="{66671F46-5C24-410B-9B23-07D9E28292BE}" destId="{7A7525E7-201B-42BC-AC95-B0D234FD0430}" srcOrd="1" destOrd="0" parTransId="{7BB505AB-8BCE-4E57-B851-8697016FB33D}" sibTransId="{937FAE22-0D60-4A24-9BFA-70DC96D25EA2}"/>
    <dgm:cxn modelId="{FD97743E-DBEB-494A-8EC8-B009E394FE53}" type="presOf" srcId="{A47A3E4C-F276-4AB0-843E-6C64B9040560}" destId="{B6FC6571-C65C-4CCE-A135-660B60A0BAB7}" srcOrd="0" destOrd="0" presId="urn:microsoft.com/office/officeart/2005/8/layout/vList5"/>
    <dgm:cxn modelId="{DF7C8B5D-45AA-4447-B2CE-1C978BD082DC}" srcId="{0913A4EE-5EB6-4B7F-AE86-0495E2486D1A}" destId="{CA1DA331-BD94-4A41-BB3D-A0707842FD25}" srcOrd="0" destOrd="0" parTransId="{46655F1E-242E-482A-AD56-B3659E1803C9}" sibTransId="{BF11FC7A-1A99-42BC-8820-95A7FADD7F74}"/>
    <dgm:cxn modelId="{8BDC115F-A90D-4F94-B797-F0AE822268BB}" srcId="{A47A3E4C-F276-4AB0-843E-6C64B9040560}" destId="{D9E7A22F-802B-4419-BFBD-6CE7084067C2}" srcOrd="1" destOrd="0" parTransId="{FA9BB1D9-B094-42D4-81FA-FBA8DBAD6A3E}" sibTransId="{603A3DE0-5F7B-4A5F-A9CF-DC110AE2C05C}"/>
    <dgm:cxn modelId="{2711A66C-FF80-410D-8158-22FF8B9D3A81}" srcId="{A47A3E4C-F276-4AB0-843E-6C64B9040560}" destId="{E94216DA-745E-4871-8981-3DE97FEFF027}" srcOrd="2" destOrd="0" parTransId="{C94FA750-AA72-4DDD-99D5-805B9658A8FC}" sibTransId="{1B364005-97EF-4C6F-A106-DDECDD545934}"/>
    <dgm:cxn modelId="{2DEA6972-61C3-4055-97C4-2AE3AD2089EC}" type="presOf" srcId="{DF738D67-B6C1-4E37-88D9-D733F1346BBD}" destId="{E2B8BDF0-1D83-48D0-B87F-F4F82F018DBD}" srcOrd="0" destOrd="0" presId="urn:microsoft.com/office/officeart/2005/8/layout/vList5"/>
    <dgm:cxn modelId="{4C317C77-304F-41A7-A14E-FE32D74D3A7F}" srcId="{66671F46-5C24-410B-9B23-07D9E28292BE}" destId="{DF738D67-B6C1-4E37-88D9-D733F1346BBD}" srcOrd="0" destOrd="0" parTransId="{104A5069-EBBF-41AE-A708-E027FBE404E1}" sibTransId="{38B0331A-745B-4E1E-9CFB-EC8D3C6C1429}"/>
    <dgm:cxn modelId="{1B9CEE85-AFAD-4EE5-B930-5F76CD1A309E}" srcId="{9070ABDC-D63E-4D13-BEDD-58625088E9CD}" destId="{0913A4EE-5EB6-4B7F-AE86-0495E2486D1A}" srcOrd="2" destOrd="0" parTransId="{96FD84FE-BF01-4F81-B15C-B6B6E81AE128}" sibTransId="{B6E72ED1-9123-49D4-AD11-7F938929A43E}"/>
    <dgm:cxn modelId="{5FA83486-DB21-4C3D-8864-0ACC3B1AC7F5}" type="presOf" srcId="{E94216DA-745E-4871-8981-3DE97FEFF027}" destId="{0A6444A8-0567-4D4C-A29C-E771378D47BF}" srcOrd="0" destOrd="2" presId="urn:microsoft.com/office/officeart/2005/8/layout/vList5"/>
    <dgm:cxn modelId="{D4B15086-59C7-4AE0-B6F3-02C778193672}" type="presOf" srcId="{4AE22B71-F38B-41E3-BF28-415133B0C8BD}" destId="{FE79ECD3-EF38-4E5F-B024-25DAE522FCB6}" srcOrd="0" destOrd="1" presId="urn:microsoft.com/office/officeart/2005/8/layout/vList5"/>
    <dgm:cxn modelId="{6D4F7699-E260-42ED-890C-9E27A2B54E21}" srcId="{9070ABDC-D63E-4D13-BEDD-58625088E9CD}" destId="{66671F46-5C24-410B-9B23-07D9E28292BE}" srcOrd="1" destOrd="0" parTransId="{9BEDB934-8DA3-43D9-B99F-771699798BEC}" sibTransId="{9083F0C7-1AD4-430D-8CAB-0BA460B90C98}"/>
    <dgm:cxn modelId="{8AA2A7A9-AD13-4755-A3F3-58E489B6E1A1}" type="presOf" srcId="{66671F46-5C24-410B-9B23-07D9E28292BE}" destId="{F78683C0-C739-45D9-8790-9FB7E90A7E5E}" srcOrd="0" destOrd="0" presId="urn:microsoft.com/office/officeart/2005/8/layout/vList5"/>
    <dgm:cxn modelId="{A2821FC4-37F6-4693-A7AD-D7BA1A8BC4E9}" srcId="{A47A3E4C-F276-4AB0-843E-6C64B9040560}" destId="{4C646246-25E9-4385-998C-A487F35866A1}" srcOrd="0" destOrd="0" parTransId="{D25F2E79-A255-44CB-9CE6-F0A121EBFB8A}" sibTransId="{3FBFFFE8-81B3-482D-A6E2-727FC8484732}"/>
    <dgm:cxn modelId="{60D356CC-BB91-4134-A48E-53DC7A5723E3}" type="presOf" srcId="{9070ABDC-D63E-4D13-BEDD-58625088E9CD}" destId="{E20A16E2-660A-42A1-B7B0-B474E43F4EF6}" srcOrd="0" destOrd="0" presId="urn:microsoft.com/office/officeart/2005/8/layout/vList5"/>
    <dgm:cxn modelId="{DACE0ECE-B3EC-4C3E-8FF4-03E2C2D37257}" type="presOf" srcId="{0913A4EE-5EB6-4B7F-AE86-0495E2486D1A}" destId="{5C1FA7C8-A2BF-4B22-BDE1-10B283D75F8A}" srcOrd="0" destOrd="0" presId="urn:microsoft.com/office/officeart/2005/8/layout/vList5"/>
    <dgm:cxn modelId="{60D33BCE-A20F-46D7-8E82-846A7942BCDF}" type="presOf" srcId="{7A7525E7-201B-42BC-AC95-B0D234FD0430}" destId="{E2B8BDF0-1D83-48D0-B87F-F4F82F018DBD}" srcOrd="0" destOrd="1" presId="urn:microsoft.com/office/officeart/2005/8/layout/vList5"/>
    <dgm:cxn modelId="{F81DA3DC-A1BF-49B7-B532-853FD590C609}" type="presOf" srcId="{D9E7A22F-802B-4419-BFBD-6CE7084067C2}" destId="{0A6444A8-0567-4D4C-A29C-E771378D47BF}" srcOrd="0" destOrd="1" presId="urn:microsoft.com/office/officeart/2005/8/layout/vList5"/>
    <dgm:cxn modelId="{26B0F9DC-6D74-40A9-AE44-BDBC4814DE4D}" srcId="{9070ABDC-D63E-4D13-BEDD-58625088E9CD}" destId="{A47A3E4C-F276-4AB0-843E-6C64B9040560}" srcOrd="0" destOrd="0" parTransId="{94D27492-6416-414C-828E-1B66215B5346}" sibTransId="{1BEF08FE-FEFC-4C5E-B90A-CF380EA0FB35}"/>
    <dgm:cxn modelId="{46CC0BAA-F31E-409F-9570-EC4C0A28E948}" type="presParOf" srcId="{E20A16E2-660A-42A1-B7B0-B474E43F4EF6}" destId="{C95C565F-349B-4A95-98F9-5BC3537D70AA}" srcOrd="0" destOrd="0" presId="urn:microsoft.com/office/officeart/2005/8/layout/vList5"/>
    <dgm:cxn modelId="{F9C16F1F-B389-4280-B8E0-EC69136551DF}" type="presParOf" srcId="{C95C565F-349B-4A95-98F9-5BC3537D70AA}" destId="{B6FC6571-C65C-4CCE-A135-660B60A0BAB7}" srcOrd="0" destOrd="0" presId="urn:microsoft.com/office/officeart/2005/8/layout/vList5"/>
    <dgm:cxn modelId="{A0401C9D-8A17-4DA9-8298-6A09B81CCE1D}" type="presParOf" srcId="{C95C565F-349B-4A95-98F9-5BC3537D70AA}" destId="{0A6444A8-0567-4D4C-A29C-E771378D47BF}" srcOrd="1" destOrd="0" presId="urn:microsoft.com/office/officeart/2005/8/layout/vList5"/>
    <dgm:cxn modelId="{2C1FC10F-4D4B-4552-8125-7ACB2AF7F4A4}" type="presParOf" srcId="{E20A16E2-660A-42A1-B7B0-B474E43F4EF6}" destId="{FEE531EE-E30E-4759-BF25-933B85CEB8D2}" srcOrd="1" destOrd="0" presId="urn:microsoft.com/office/officeart/2005/8/layout/vList5"/>
    <dgm:cxn modelId="{5D98B313-AAF6-4C75-8A7C-56BB0D4E9E64}" type="presParOf" srcId="{E20A16E2-660A-42A1-B7B0-B474E43F4EF6}" destId="{36E2F056-E51E-43D6-9EBB-358A4C0B591E}" srcOrd="2" destOrd="0" presId="urn:microsoft.com/office/officeart/2005/8/layout/vList5"/>
    <dgm:cxn modelId="{9354DD4B-69EB-4C13-98AB-D801EBEE78F0}" type="presParOf" srcId="{36E2F056-E51E-43D6-9EBB-358A4C0B591E}" destId="{F78683C0-C739-45D9-8790-9FB7E90A7E5E}" srcOrd="0" destOrd="0" presId="urn:microsoft.com/office/officeart/2005/8/layout/vList5"/>
    <dgm:cxn modelId="{400AE6B0-FDBE-4558-A735-7BBACA7DA8C7}" type="presParOf" srcId="{36E2F056-E51E-43D6-9EBB-358A4C0B591E}" destId="{E2B8BDF0-1D83-48D0-B87F-F4F82F018DBD}" srcOrd="1" destOrd="0" presId="urn:microsoft.com/office/officeart/2005/8/layout/vList5"/>
    <dgm:cxn modelId="{78767966-E9DB-49D5-8751-4ADB8D8482D5}" type="presParOf" srcId="{E20A16E2-660A-42A1-B7B0-B474E43F4EF6}" destId="{F8537E0D-ADBA-4320-94A0-79368EF8E24C}" srcOrd="3" destOrd="0" presId="urn:microsoft.com/office/officeart/2005/8/layout/vList5"/>
    <dgm:cxn modelId="{067903DA-4977-4AB9-A006-D48159AB2276}" type="presParOf" srcId="{E20A16E2-660A-42A1-B7B0-B474E43F4EF6}" destId="{0916524E-BF1F-4C51-AC20-542C908DD919}" srcOrd="4" destOrd="0" presId="urn:microsoft.com/office/officeart/2005/8/layout/vList5"/>
    <dgm:cxn modelId="{F16F3D28-8932-43F2-B44C-60D33DE8F8C3}" type="presParOf" srcId="{0916524E-BF1F-4C51-AC20-542C908DD919}" destId="{5C1FA7C8-A2BF-4B22-BDE1-10B283D75F8A}" srcOrd="0" destOrd="0" presId="urn:microsoft.com/office/officeart/2005/8/layout/vList5"/>
    <dgm:cxn modelId="{7172E61D-B81F-4529-8173-42AE87218C1B}" type="presParOf" srcId="{0916524E-BF1F-4C51-AC20-542C908DD919}" destId="{FE79ECD3-EF38-4E5F-B024-25DAE522FCB6}"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070ABDC-D63E-4D13-BEDD-58625088E9CD}"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A47A3E4C-F276-4AB0-843E-6C64B9040560}">
      <dgm:prSet phldrT="[Text]" custT="1"/>
      <dgm:spPr/>
      <dgm:t>
        <a:bodyPr/>
        <a:lstStyle/>
        <a:p>
          <a:r>
            <a:rPr lang="en-US" sz="2400" b="1" dirty="0"/>
            <a:t>SQL Training and Refresh </a:t>
          </a:r>
        </a:p>
      </dgm:t>
    </dgm:pt>
    <dgm:pt modelId="{94D27492-6416-414C-828E-1B66215B5346}" type="parTrans" cxnId="{26B0F9DC-6D74-40A9-AE44-BDBC4814DE4D}">
      <dgm:prSet/>
      <dgm:spPr/>
      <dgm:t>
        <a:bodyPr/>
        <a:lstStyle/>
        <a:p>
          <a:endParaRPr lang="en-US"/>
        </a:p>
      </dgm:t>
    </dgm:pt>
    <dgm:pt modelId="{1BEF08FE-FEFC-4C5E-B90A-CF380EA0FB35}" type="sibTrans" cxnId="{26B0F9DC-6D74-40A9-AE44-BDBC4814DE4D}">
      <dgm:prSet/>
      <dgm:spPr/>
      <dgm:t>
        <a:bodyPr/>
        <a:lstStyle/>
        <a:p>
          <a:endParaRPr lang="en-US"/>
        </a:p>
      </dgm:t>
    </dgm:pt>
    <dgm:pt modelId="{4C646246-25E9-4385-998C-A487F35866A1}">
      <dgm:prSet phldrT="[Text]" custT="1"/>
      <dgm:spPr/>
      <dgm:t>
        <a:bodyPr/>
        <a:lstStyle/>
        <a:p>
          <a:pPr>
            <a:buFont typeface="Wingdings" panose="05000000000000000000" pitchFamily="2" charset="2"/>
            <a:buChar char="Ø"/>
          </a:pPr>
          <a:r>
            <a:rPr lang="en-US" sz="2000" dirty="0"/>
            <a:t>Continue your SQL refresh and Attend Quiz without any help of ChatGPT or Google. And See where you are!</a:t>
          </a:r>
          <a:endParaRPr lang="en-US" sz="2000" b="1" dirty="0"/>
        </a:p>
      </dgm:t>
    </dgm:pt>
    <dgm:pt modelId="{D25F2E79-A255-44CB-9CE6-F0A121EBFB8A}" type="parTrans" cxnId="{A2821FC4-37F6-4693-A7AD-D7BA1A8BC4E9}">
      <dgm:prSet/>
      <dgm:spPr/>
      <dgm:t>
        <a:bodyPr/>
        <a:lstStyle/>
        <a:p>
          <a:endParaRPr lang="en-US"/>
        </a:p>
      </dgm:t>
    </dgm:pt>
    <dgm:pt modelId="{3FBFFFE8-81B3-482D-A6E2-727FC8484732}" type="sibTrans" cxnId="{A2821FC4-37F6-4693-A7AD-D7BA1A8BC4E9}">
      <dgm:prSet/>
      <dgm:spPr/>
      <dgm:t>
        <a:bodyPr/>
        <a:lstStyle/>
        <a:p>
          <a:endParaRPr lang="en-US"/>
        </a:p>
      </dgm:t>
    </dgm:pt>
    <dgm:pt modelId="{66671F46-5C24-410B-9B23-07D9E28292BE}">
      <dgm:prSet phldrT="[Text]" custT="1"/>
      <dgm:spPr/>
      <dgm:t>
        <a:bodyPr/>
        <a:lstStyle/>
        <a:p>
          <a:r>
            <a:rPr lang="en-US" sz="2400" b="1" dirty="0"/>
            <a:t>Snowflake Basic AND Advanced Concepts </a:t>
          </a:r>
        </a:p>
      </dgm:t>
    </dgm:pt>
    <dgm:pt modelId="{9BEDB934-8DA3-43D9-B99F-771699798BEC}" type="parTrans" cxnId="{6D4F7699-E260-42ED-890C-9E27A2B54E21}">
      <dgm:prSet/>
      <dgm:spPr/>
      <dgm:t>
        <a:bodyPr/>
        <a:lstStyle/>
        <a:p>
          <a:endParaRPr lang="en-US"/>
        </a:p>
      </dgm:t>
    </dgm:pt>
    <dgm:pt modelId="{9083F0C7-1AD4-430D-8CAB-0BA460B90C98}" type="sibTrans" cxnId="{6D4F7699-E260-42ED-890C-9E27A2B54E21}">
      <dgm:prSet/>
      <dgm:spPr/>
      <dgm:t>
        <a:bodyPr/>
        <a:lstStyle/>
        <a:p>
          <a:endParaRPr lang="en-US"/>
        </a:p>
      </dgm:t>
    </dgm:pt>
    <dgm:pt modelId="{DF738D67-B6C1-4E37-88D9-D733F1346BBD}">
      <dgm:prSet phldrT="[Text]" phldr="0" custT="1"/>
      <dgm:spPr/>
      <dgm:t>
        <a:bodyPr/>
        <a:lstStyle/>
        <a:p>
          <a:pPr>
            <a:buFont typeface="Wingdings" panose="05000000000000000000" pitchFamily="2" charset="2"/>
            <a:buChar char="Ø"/>
          </a:pPr>
          <a:r>
            <a:rPr lang="en-US" sz="2000" b="1" dirty="0"/>
            <a:t>Snowflake Complete Guide 1 </a:t>
          </a:r>
          <a:r>
            <a:rPr lang="en-US" sz="2000" dirty="0"/>
            <a:t>Material(Basic’s)</a:t>
          </a:r>
        </a:p>
      </dgm:t>
    </dgm:pt>
    <dgm:pt modelId="{104A5069-EBBF-41AE-A708-E027FBE404E1}" type="parTrans" cxnId="{4C317C77-304F-41A7-A14E-FE32D74D3A7F}">
      <dgm:prSet/>
      <dgm:spPr/>
      <dgm:t>
        <a:bodyPr/>
        <a:lstStyle/>
        <a:p>
          <a:endParaRPr lang="en-US"/>
        </a:p>
      </dgm:t>
    </dgm:pt>
    <dgm:pt modelId="{38B0331A-745B-4E1E-9CFB-EC8D3C6C1429}" type="sibTrans" cxnId="{4C317C77-304F-41A7-A14E-FE32D74D3A7F}">
      <dgm:prSet/>
      <dgm:spPr/>
      <dgm:t>
        <a:bodyPr/>
        <a:lstStyle/>
        <a:p>
          <a:endParaRPr lang="en-US"/>
        </a:p>
      </dgm:t>
    </dgm:pt>
    <dgm:pt modelId="{0913A4EE-5EB6-4B7F-AE86-0495E2486D1A}">
      <dgm:prSet phldrT="[Text]" phldr="0" custT="1"/>
      <dgm:spPr/>
      <dgm:t>
        <a:bodyPr/>
        <a:lstStyle/>
        <a:p>
          <a:r>
            <a:rPr lang="en-US" sz="2400" b="1" dirty="0" err="1"/>
            <a:t>SnowPro</a:t>
          </a:r>
          <a:r>
            <a:rPr lang="en-US" sz="2400" b="1" dirty="0"/>
            <a:t> Core Certification Preparation</a:t>
          </a:r>
        </a:p>
      </dgm:t>
    </dgm:pt>
    <dgm:pt modelId="{96FD84FE-BF01-4F81-B15C-B6B6E81AE128}" type="parTrans" cxnId="{1B9CEE85-AFAD-4EE5-B930-5F76CD1A309E}">
      <dgm:prSet/>
      <dgm:spPr/>
      <dgm:t>
        <a:bodyPr/>
        <a:lstStyle/>
        <a:p>
          <a:endParaRPr lang="en-US"/>
        </a:p>
      </dgm:t>
    </dgm:pt>
    <dgm:pt modelId="{B6E72ED1-9123-49D4-AD11-7F938929A43E}" type="sibTrans" cxnId="{1B9CEE85-AFAD-4EE5-B930-5F76CD1A309E}">
      <dgm:prSet/>
      <dgm:spPr/>
      <dgm:t>
        <a:bodyPr/>
        <a:lstStyle/>
        <a:p>
          <a:endParaRPr lang="en-US"/>
        </a:p>
      </dgm:t>
    </dgm:pt>
    <dgm:pt modelId="{CA1DA331-BD94-4A41-BB3D-A0707842FD25}">
      <dgm:prSet phldrT="[Text]" phldr="0" custT="1"/>
      <dgm:spPr/>
      <dgm:t>
        <a:bodyPr/>
        <a:lstStyle/>
        <a:p>
          <a:pPr>
            <a:buFont typeface="Wingdings" panose="05000000000000000000" pitchFamily="2" charset="2"/>
            <a:buChar char="Ø"/>
          </a:pPr>
          <a:r>
            <a:rPr lang="en-US" sz="2000" dirty="0"/>
            <a:t>All ETL Developers Complete the </a:t>
          </a:r>
          <a:r>
            <a:rPr lang="en-US" sz="2000" dirty="0" err="1"/>
            <a:t>Snowpro</a:t>
          </a:r>
          <a:r>
            <a:rPr lang="en-US" sz="2000" dirty="0"/>
            <a:t> Core Certification with out fail.</a:t>
          </a:r>
        </a:p>
      </dgm:t>
    </dgm:pt>
    <dgm:pt modelId="{46655F1E-242E-482A-AD56-B3659E1803C9}" type="parTrans" cxnId="{DF7C8B5D-45AA-4447-B2CE-1C978BD082DC}">
      <dgm:prSet/>
      <dgm:spPr/>
      <dgm:t>
        <a:bodyPr/>
        <a:lstStyle/>
        <a:p>
          <a:endParaRPr lang="en-US"/>
        </a:p>
      </dgm:t>
    </dgm:pt>
    <dgm:pt modelId="{BF11FC7A-1A99-42BC-8820-95A7FADD7F74}" type="sibTrans" cxnId="{DF7C8B5D-45AA-4447-B2CE-1C978BD082DC}">
      <dgm:prSet/>
      <dgm:spPr/>
      <dgm:t>
        <a:bodyPr/>
        <a:lstStyle/>
        <a:p>
          <a:endParaRPr lang="en-US"/>
        </a:p>
      </dgm:t>
    </dgm:pt>
    <dgm:pt modelId="{1F8DB032-BEE1-4D3B-9DB1-F5CFCC905609}">
      <dgm:prSet phldrT="[Text]" phldr="0" custT="1"/>
      <dgm:spPr/>
      <dgm:t>
        <a:bodyPr/>
        <a:lstStyle/>
        <a:p>
          <a:pPr>
            <a:buFont typeface="Wingdings" panose="05000000000000000000" pitchFamily="2" charset="2"/>
            <a:buChar char="Ø"/>
          </a:pPr>
          <a:r>
            <a:rPr lang="en-US" sz="2000" b="1" dirty="0"/>
            <a:t>Snowflake Complete Guide 2 </a:t>
          </a:r>
          <a:r>
            <a:rPr lang="en-US" sz="2000" dirty="0"/>
            <a:t>Material(Advanced Concepts)</a:t>
          </a:r>
        </a:p>
      </dgm:t>
    </dgm:pt>
    <dgm:pt modelId="{959DB06A-190E-4C1C-8434-7C03AC6E1471}" type="parTrans" cxnId="{523DFFCD-0647-4FE3-93F4-02CD90FE2988}">
      <dgm:prSet/>
      <dgm:spPr/>
      <dgm:t>
        <a:bodyPr/>
        <a:lstStyle/>
        <a:p>
          <a:endParaRPr lang="en-US"/>
        </a:p>
      </dgm:t>
    </dgm:pt>
    <dgm:pt modelId="{8F59D8AC-42E1-4886-81FF-EB4AC3B1AD72}" type="sibTrans" cxnId="{523DFFCD-0647-4FE3-93F4-02CD90FE2988}">
      <dgm:prSet/>
      <dgm:spPr/>
      <dgm:t>
        <a:bodyPr/>
        <a:lstStyle/>
        <a:p>
          <a:endParaRPr lang="en-US"/>
        </a:p>
      </dgm:t>
    </dgm:pt>
    <dgm:pt modelId="{9EDCECA9-E785-4771-BAC4-3CEA0CC7FCDF}">
      <dgm:prSet phldrT="[Text]" phldr="0" custT="1"/>
      <dgm:spPr/>
      <dgm:t>
        <a:bodyPr/>
        <a:lstStyle/>
        <a:p>
          <a:pPr>
            <a:buFont typeface="Wingdings" panose="05000000000000000000" pitchFamily="2" charset="2"/>
            <a:buChar char="Ø"/>
          </a:pPr>
          <a:r>
            <a:rPr lang="en-US" sz="2000" dirty="0"/>
            <a:t>Learn how we need to effectively use the Snowflake</a:t>
          </a:r>
        </a:p>
      </dgm:t>
    </dgm:pt>
    <dgm:pt modelId="{57A54D7A-F0D5-44F0-94C5-1E766F66163E}" type="parTrans" cxnId="{E4DCDF26-2EFA-4513-89FB-05B4BC3D6331}">
      <dgm:prSet/>
      <dgm:spPr/>
      <dgm:t>
        <a:bodyPr/>
        <a:lstStyle/>
        <a:p>
          <a:endParaRPr lang="en-US"/>
        </a:p>
      </dgm:t>
    </dgm:pt>
    <dgm:pt modelId="{53342C9D-0053-49CC-A9C9-FD8770270AD5}" type="sibTrans" cxnId="{E4DCDF26-2EFA-4513-89FB-05B4BC3D6331}">
      <dgm:prSet/>
      <dgm:spPr/>
      <dgm:t>
        <a:bodyPr/>
        <a:lstStyle/>
        <a:p>
          <a:endParaRPr lang="en-US"/>
        </a:p>
      </dgm:t>
    </dgm:pt>
    <dgm:pt modelId="{71587F28-83F6-447E-8FB0-D5C876A2C1B2}">
      <dgm:prSet phldrT="[Text]" phldr="0" custT="1"/>
      <dgm:spPr/>
      <dgm:t>
        <a:bodyPr/>
        <a:lstStyle/>
        <a:p>
          <a:pPr>
            <a:buFont typeface="Wingdings" panose="05000000000000000000" pitchFamily="2" charset="2"/>
            <a:buChar char="Ø"/>
          </a:pPr>
          <a:r>
            <a:rPr lang="en-US" sz="2000" dirty="0"/>
            <a:t>Refer the </a:t>
          </a:r>
          <a:r>
            <a:rPr lang="en-US" sz="2000" b="1" dirty="0"/>
            <a:t>“SNOWPRO  CORE CERTIFICATION GUIDE” </a:t>
          </a:r>
        </a:p>
      </dgm:t>
    </dgm:pt>
    <dgm:pt modelId="{5BA165A9-9B68-485B-85D7-20EB8B036508}" type="parTrans" cxnId="{1544181C-5126-400E-8B66-2C881170A2F7}">
      <dgm:prSet/>
      <dgm:spPr/>
      <dgm:t>
        <a:bodyPr/>
        <a:lstStyle/>
        <a:p>
          <a:endParaRPr lang="en-US"/>
        </a:p>
      </dgm:t>
    </dgm:pt>
    <dgm:pt modelId="{3A783D82-1674-424A-B324-A3B6ED40236A}" type="sibTrans" cxnId="{1544181C-5126-400E-8B66-2C881170A2F7}">
      <dgm:prSet/>
      <dgm:spPr/>
      <dgm:t>
        <a:bodyPr/>
        <a:lstStyle/>
        <a:p>
          <a:endParaRPr lang="en-US"/>
        </a:p>
      </dgm:t>
    </dgm:pt>
    <dgm:pt modelId="{0F458939-9AEA-4779-A330-74EE0685209F}">
      <dgm:prSet phldrT="[Text]" phldr="0" custT="1"/>
      <dgm:spPr/>
      <dgm:t>
        <a:bodyPr/>
        <a:lstStyle/>
        <a:p>
          <a:pPr>
            <a:buFont typeface="Wingdings" panose="05000000000000000000" pitchFamily="2" charset="2"/>
            <a:buChar char="Ø"/>
          </a:pPr>
          <a:r>
            <a:rPr lang="en-US" sz="2000" dirty="0"/>
            <a:t>Spend week time to understand completely about Snowflake </a:t>
          </a:r>
        </a:p>
      </dgm:t>
    </dgm:pt>
    <dgm:pt modelId="{F4C31FE1-305D-4A7D-87FD-7919951741CE}" type="parTrans" cxnId="{97EC0429-9FB7-449D-9E0D-FD30F82C7739}">
      <dgm:prSet/>
      <dgm:spPr/>
    </dgm:pt>
    <dgm:pt modelId="{7BB1429E-BF7F-4D11-AD9A-F7FDEEDBEA93}" type="sibTrans" cxnId="{97EC0429-9FB7-449D-9E0D-FD30F82C7739}">
      <dgm:prSet/>
      <dgm:spPr/>
    </dgm:pt>
    <dgm:pt modelId="{E20A16E2-660A-42A1-B7B0-B474E43F4EF6}" type="pres">
      <dgm:prSet presAssocID="{9070ABDC-D63E-4D13-BEDD-58625088E9CD}" presName="Name0" presStyleCnt="0">
        <dgm:presLayoutVars>
          <dgm:dir/>
          <dgm:animLvl val="lvl"/>
          <dgm:resizeHandles val="exact"/>
        </dgm:presLayoutVars>
      </dgm:prSet>
      <dgm:spPr/>
    </dgm:pt>
    <dgm:pt modelId="{C95C565F-349B-4A95-98F9-5BC3537D70AA}" type="pres">
      <dgm:prSet presAssocID="{A47A3E4C-F276-4AB0-843E-6C64B9040560}" presName="linNode" presStyleCnt="0"/>
      <dgm:spPr/>
    </dgm:pt>
    <dgm:pt modelId="{B6FC6571-C65C-4CCE-A135-660B60A0BAB7}" type="pres">
      <dgm:prSet presAssocID="{A47A3E4C-F276-4AB0-843E-6C64B9040560}" presName="parentText" presStyleLbl="node1" presStyleIdx="0" presStyleCnt="3">
        <dgm:presLayoutVars>
          <dgm:chMax val="1"/>
          <dgm:bulletEnabled val="1"/>
        </dgm:presLayoutVars>
      </dgm:prSet>
      <dgm:spPr/>
    </dgm:pt>
    <dgm:pt modelId="{0A6444A8-0567-4D4C-A29C-E771378D47BF}" type="pres">
      <dgm:prSet presAssocID="{A47A3E4C-F276-4AB0-843E-6C64B9040560}" presName="descendantText" presStyleLbl="alignAccFollowNode1" presStyleIdx="0" presStyleCnt="3" custScaleY="125218">
        <dgm:presLayoutVars>
          <dgm:bulletEnabled val="1"/>
        </dgm:presLayoutVars>
      </dgm:prSet>
      <dgm:spPr/>
    </dgm:pt>
    <dgm:pt modelId="{FEE531EE-E30E-4759-BF25-933B85CEB8D2}" type="pres">
      <dgm:prSet presAssocID="{1BEF08FE-FEFC-4C5E-B90A-CF380EA0FB35}" presName="sp" presStyleCnt="0"/>
      <dgm:spPr/>
    </dgm:pt>
    <dgm:pt modelId="{36E2F056-E51E-43D6-9EBB-358A4C0B591E}" type="pres">
      <dgm:prSet presAssocID="{66671F46-5C24-410B-9B23-07D9E28292BE}" presName="linNode" presStyleCnt="0"/>
      <dgm:spPr/>
    </dgm:pt>
    <dgm:pt modelId="{F78683C0-C739-45D9-8790-9FB7E90A7E5E}" type="pres">
      <dgm:prSet presAssocID="{66671F46-5C24-410B-9B23-07D9E28292BE}" presName="parentText" presStyleLbl="node1" presStyleIdx="1" presStyleCnt="3" custLinFactNeighborX="-76" custLinFactNeighborY="16869">
        <dgm:presLayoutVars>
          <dgm:chMax val="1"/>
          <dgm:bulletEnabled val="1"/>
        </dgm:presLayoutVars>
      </dgm:prSet>
      <dgm:spPr/>
    </dgm:pt>
    <dgm:pt modelId="{E2B8BDF0-1D83-48D0-B87F-F4F82F018DBD}" type="pres">
      <dgm:prSet presAssocID="{66671F46-5C24-410B-9B23-07D9E28292BE}" presName="descendantText" presStyleLbl="alignAccFollowNode1" presStyleIdx="1" presStyleCnt="3" custScaleY="175645">
        <dgm:presLayoutVars>
          <dgm:bulletEnabled val="1"/>
        </dgm:presLayoutVars>
      </dgm:prSet>
      <dgm:spPr/>
    </dgm:pt>
    <dgm:pt modelId="{F8537E0D-ADBA-4320-94A0-79368EF8E24C}" type="pres">
      <dgm:prSet presAssocID="{9083F0C7-1AD4-430D-8CAB-0BA460B90C98}" presName="sp" presStyleCnt="0"/>
      <dgm:spPr/>
    </dgm:pt>
    <dgm:pt modelId="{0916524E-BF1F-4C51-AC20-542C908DD919}" type="pres">
      <dgm:prSet presAssocID="{0913A4EE-5EB6-4B7F-AE86-0495E2486D1A}" presName="linNode" presStyleCnt="0"/>
      <dgm:spPr/>
    </dgm:pt>
    <dgm:pt modelId="{5C1FA7C8-A2BF-4B22-BDE1-10B283D75F8A}" type="pres">
      <dgm:prSet presAssocID="{0913A4EE-5EB6-4B7F-AE86-0495E2486D1A}" presName="parentText" presStyleLbl="node1" presStyleIdx="2" presStyleCnt="3" custLinFactNeighborX="-76" custLinFactNeighborY="-14318">
        <dgm:presLayoutVars>
          <dgm:chMax val="1"/>
          <dgm:bulletEnabled val="1"/>
        </dgm:presLayoutVars>
      </dgm:prSet>
      <dgm:spPr/>
    </dgm:pt>
    <dgm:pt modelId="{FE79ECD3-EF38-4E5F-B024-25DAE522FCB6}" type="pres">
      <dgm:prSet presAssocID="{0913A4EE-5EB6-4B7F-AE86-0495E2486D1A}" presName="descendantText" presStyleLbl="alignAccFollowNode1" presStyleIdx="2" presStyleCnt="3" custScaleY="221773">
        <dgm:presLayoutVars>
          <dgm:bulletEnabled val="1"/>
        </dgm:presLayoutVars>
      </dgm:prSet>
      <dgm:spPr/>
    </dgm:pt>
  </dgm:ptLst>
  <dgm:cxnLst>
    <dgm:cxn modelId="{1544181C-5126-400E-8B66-2C881170A2F7}" srcId="{0913A4EE-5EB6-4B7F-AE86-0495E2486D1A}" destId="{71587F28-83F6-447E-8FB0-D5C876A2C1B2}" srcOrd="1" destOrd="0" parTransId="{5BA165A9-9B68-485B-85D7-20EB8B036508}" sibTransId="{3A783D82-1674-424A-B324-A3B6ED40236A}"/>
    <dgm:cxn modelId="{1F591E21-5DFB-47C9-BAF9-6E408E8DB07C}" type="presOf" srcId="{CA1DA331-BD94-4A41-BB3D-A0707842FD25}" destId="{FE79ECD3-EF38-4E5F-B024-25DAE522FCB6}" srcOrd="0" destOrd="0" presId="urn:microsoft.com/office/officeart/2005/8/layout/vList5"/>
    <dgm:cxn modelId="{E4DCDF26-2EFA-4513-89FB-05B4BC3D6331}" srcId="{66671F46-5C24-410B-9B23-07D9E28292BE}" destId="{9EDCECA9-E785-4771-BAC4-3CEA0CC7FCDF}" srcOrd="2" destOrd="0" parTransId="{57A54D7A-F0D5-44F0-94C5-1E766F66163E}" sibTransId="{53342C9D-0053-49CC-A9C9-FD8770270AD5}"/>
    <dgm:cxn modelId="{97EC0429-9FB7-449D-9E0D-FD30F82C7739}" srcId="{66671F46-5C24-410B-9B23-07D9E28292BE}" destId="{0F458939-9AEA-4779-A330-74EE0685209F}" srcOrd="3" destOrd="0" parTransId="{F4C31FE1-305D-4A7D-87FD-7919951741CE}" sibTransId="{7BB1429E-BF7F-4D11-AD9A-F7FDEEDBEA93}"/>
    <dgm:cxn modelId="{301CDC36-71FF-4DD5-A5CA-A831473569E4}" type="presOf" srcId="{4C646246-25E9-4385-998C-A487F35866A1}" destId="{0A6444A8-0567-4D4C-A29C-E771378D47BF}" srcOrd="0" destOrd="0" presId="urn:microsoft.com/office/officeart/2005/8/layout/vList5"/>
    <dgm:cxn modelId="{FD97743E-DBEB-494A-8EC8-B009E394FE53}" type="presOf" srcId="{A47A3E4C-F276-4AB0-843E-6C64B9040560}" destId="{B6FC6571-C65C-4CCE-A135-660B60A0BAB7}" srcOrd="0" destOrd="0" presId="urn:microsoft.com/office/officeart/2005/8/layout/vList5"/>
    <dgm:cxn modelId="{DF7C8B5D-45AA-4447-B2CE-1C978BD082DC}" srcId="{0913A4EE-5EB6-4B7F-AE86-0495E2486D1A}" destId="{CA1DA331-BD94-4A41-BB3D-A0707842FD25}" srcOrd="0" destOrd="0" parTransId="{46655F1E-242E-482A-AD56-B3659E1803C9}" sibTransId="{BF11FC7A-1A99-42BC-8820-95A7FADD7F74}"/>
    <dgm:cxn modelId="{0C77E04B-2FA7-4B35-A916-DEDEA5964195}" type="presOf" srcId="{0F458939-9AEA-4779-A330-74EE0685209F}" destId="{E2B8BDF0-1D83-48D0-B87F-F4F82F018DBD}" srcOrd="0" destOrd="3" presId="urn:microsoft.com/office/officeart/2005/8/layout/vList5"/>
    <dgm:cxn modelId="{2DEA6972-61C3-4055-97C4-2AE3AD2089EC}" type="presOf" srcId="{DF738D67-B6C1-4E37-88D9-D733F1346BBD}" destId="{E2B8BDF0-1D83-48D0-B87F-F4F82F018DBD}" srcOrd="0" destOrd="0" presId="urn:microsoft.com/office/officeart/2005/8/layout/vList5"/>
    <dgm:cxn modelId="{4C317C77-304F-41A7-A14E-FE32D74D3A7F}" srcId="{66671F46-5C24-410B-9B23-07D9E28292BE}" destId="{DF738D67-B6C1-4E37-88D9-D733F1346BBD}" srcOrd="0" destOrd="0" parTransId="{104A5069-EBBF-41AE-A708-E027FBE404E1}" sibTransId="{38B0331A-745B-4E1E-9CFB-EC8D3C6C1429}"/>
    <dgm:cxn modelId="{1B9CEE85-AFAD-4EE5-B930-5F76CD1A309E}" srcId="{9070ABDC-D63E-4D13-BEDD-58625088E9CD}" destId="{0913A4EE-5EB6-4B7F-AE86-0495E2486D1A}" srcOrd="2" destOrd="0" parTransId="{96FD84FE-BF01-4F81-B15C-B6B6E81AE128}" sibTransId="{B6E72ED1-9123-49D4-AD11-7F938929A43E}"/>
    <dgm:cxn modelId="{2C240097-7C04-4AF1-80E1-48B224785046}" type="presOf" srcId="{71587F28-83F6-447E-8FB0-D5C876A2C1B2}" destId="{FE79ECD3-EF38-4E5F-B024-25DAE522FCB6}" srcOrd="0" destOrd="1" presId="urn:microsoft.com/office/officeart/2005/8/layout/vList5"/>
    <dgm:cxn modelId="{6D4F7699-E260-42ED-890C-9E27A2B54E21}" srcId="{9070ABDC-D63E-4D13-BEDD-58625088E9CD}" destId="{66671F46-5C24-410B-9B23-07D9E28292BE}" srcOrd="1" destOrd="0" parTransId="{9BEDB934-8DA3-43D9-B99F-771699798BEC}" sibTransId="{9083F0C7-1AD4-430D-8CAB-0BA460B90C98}"/>
    <dgm:cxn modelId="{8AA2A7A9-AD13-4755-A3F3-58E489B6E1A1}" type="presOf" srcId="{66671F46-5C24-410B-9B23-07D9E28292BE}" destId="{F78683C0-C739-45D9-8790-9FB7E90A7E5E}" srcOrd="0" destOrd="0" presId="urn:microsoft.com/office/officeart/2005/8/layout/vList5"/>
    <dgm:cxn modelId="{A2821FC4-37F6-4693-A7AD-D7BA1A8BC4E9}" srcId="{A47A3E4C-F276-4AB0-843E-6C64B9040560}" destId="{4C646246-25E9-4385-998C-A487F35866A1}" srcOrd="0" destOrd="0" parTransId="{D25F2E79-A255-44CB-9CE6-F0A121EBFB8A}" sibTransId="{3FBFFFE8-81B3-482D-A6E2-727FC8484732}"/>
    <dgm:cxn modelId="{60D356CC-BB91-4134-A48E-53DC7A5723E3}" type="presOf" srcId="{9070ABDC-D63E-4D13-BEDD-58625088E9CD}" destId="{E20A16E2-660A-42A1-B7B0-B474E43F4EF6}" srcOrd="0" destOrd="0" presId="urn:microsoft.com/office/officeart/2005/8/layout/vList5"/>
    <dgm:cxn modelId="{523DFFCD-0647-4FE3-93F4-02CD90FE2988}" srcId="{66671F46-5C24-410B-9B23-07D9E28292BE}" destId="{1F8DB032-BEE1-4D3B-9DB1-F5CFCC905609}" srcOrd="1" destOrd="0" parTransId="{959DB06A-190E-4C1C-8434-7C03AC6E1471}" sibTransId="{8F59D8AC-42E1-4886-81FF-EB4AC3B1AD72}"/>
    <dgm:cxn modelId="{DACE0ECE-B3EC-4C3E-8FF4-03E2C2D37257}" type="presOf" srcId="{0913A4EE-5EB6-4B7F-AE86-0495E2486D1A}" destId="{5C1FA7C8-A2BF-4B22-BDE1-10B283D75F8A}" srcOrd="0" destOrd="0" presId="urn:microsoft.com/office/officeart/2005/8/layout/vList5"/>
    <dgm:cxn modelId="{26B0F9DC-6D74-40A9-AE44-BDBC4814DE4D}" srcId="{9070ABDC-D63E-4D13-BEDD-58625088E9CD}" destId="{A47A3E4C-F276-4AB0-843E-6C64B9040560}" srcOrd="0" destOrd="0" parTransId="{94D27492-6416-414C-828E-1B66215B5346}" sibTransId="{1BEF08FE-FEFC-4C5E-B90A-CF380EA0FB35}"/>
    <dgm:cxn modelId="{299BD2E5-3A8E-4E7E-BE84-7ECDF2F7BC1D}" type="presOf" srcId="{1F8DB032-BEE1-4D3B-9DB1-F5CFCC905609}" destId="{E2B8BDF0-1D83-48D0-B87F-F4F82F018DBD}" srcOrd="0" destOrd="1" presId="urn:microsoft.com/office/officeart/2005/8/layout/vList5"/>
    <dgm:cxn modelId="{2267C6E7-D807-4D75-8254-3DE09E303FC4}" type="presOf" srcId="{9EDCECA9-E785-4771-BAC4-3CEA0CC7FCDF}" destId="{E2B8BDF0-1D83-48D0-B87F-F4F82F018DBD}" srcOrd="0" destOrd="2" presId="urn:microsoft.com/office/officeart/2005/8/layout/vList5"/>
    <dgm:cxn modelId="{46CC0BAA-F31E-409F-9570-EC4C0A28E948}" type="presParOf" srcId="{E20A16E2-660A-42A1-B7B0-B474E43F4EF6}" destId="{C95C565F-349B-4A95-98F9-5BC3537D70AA}" srcOrd="0" destOrd="0" presId="urn:microsoft.com/office/officeart/2005/8/layout/vList5"/>
    <dgm:cxn modelId="{F9C16F1F-B389-4280-B8E0-EC69136551DF}" type="presParOf" srcId="{C95C565F-349B-4A95-98F9-5BC3537D70AA}" destId="{B6FC6571-C65C-4CCE-A135-660B60A0BAB7}" srcOrd="0" destOrd="0" presId="urn:microsoft.com/office/officeart/2005/8/layout/vList5"/>
    <dgm:cxn modelId="{A0401C9D-8A17-4DA9-8298-6A09B81CCE1D}" type="presParOf" srcId="{C95C565F-349B-4A95-98F9-5BC3537D70AA}" destId="{0A6444A8-0567-4D4C-A29C-E771378D47BF}" srcOrd="1" destOrd="0" presId="urn:microsoft.com/office/officeart/2005/8/layout/vList5"/>
    <dgm:cxn modelId="{2C1FC10F-4D4B-4552-8125-7ACB2AF7F4A4}" type="presParOf" srcId="{E20A16E2-660A-42A1-B7B0-B474E43F4EF6}" destId="{FEE531EE-E30E-4759-BF25-933B85CEB8D2}" srcOrd="1" destOrd="0" presId="urn:microsoft.com/office/officeart/2005/8/layout/vList5"/>
    <dgm:cxn modelId="{5D98B313-AAF6-4C75-8A7C-56BB0D4E9E64}" type="presParOf" srcId="{E20A16E2-660A-42A1-B7B0-B474E43F4EF6}" destId="{36E2F056-E51E-43D6-9EBB-358A4C0B591E}" srcOrd="2" destOrd="0" presId="urn:microsoft.com/office/officeart/2005/8/layout/vList5"/>
    <dgm:cxn modelId="{9354DD4B-69EB-4C13-98AB-D801EBEE78F0}" type="presParOf" srcId="{36E2F056-E51E-43D6-9EBB-358A4C0B591E}" destId="{F78683C0-C739-45D9-8790-9FB7E90A7E5E}" srcOrd="0" destOrd="0" presId="urn:microsoft.com/office/officeart/2005/8/layout/vList5"/>
    <dgm:cxn modelId="{400AE6B0-FDBE-4558-A735-7BBACA7DA8C7}" type="presParOf" srcId="{36E2F056-E51E-43D6-9EBB-358A4C0B591E}" destId="{E2B8BDF0-1D83-48D0-B87F-F4F82F018DBD}" srcOrd="1" destOrd="0" presId="urn:microsoft.com/office/officeart/2005/8/layout/vList5"/>
    <dgm:cxn modelId="{78767966-E9DB-49D5-8751-4ADB8D8482D5}" type="presParOf" srcId="{E20A16E2-660A-42A1-B7B0-B474E43F4EF6}" destId="{F8537E0D-ADBA-4320-94A0-79368EF8E24C}" srcOrd="3" destOrd="0" presId="urn:microsoft.com/office/officeart/2005/8/layout/vList5"/>
    <dgm:cxn modelId="{067903DA-4977-4AB9-A006-D48159AB2276}" type="presParOf" srcId="{E20A16E2-660A-42A1-B7B0-B474E43F4EF6}" destId="{0916524E-BF1F-4C51-AC20-542C908DD919}" srcOrd="4" destOrd="0" presId="urn:microsoft.com/office/officeart/2005/8/layout/vList5"/>
    <dgm:cxn modelId="{F16F3D28-8932-43F2-B44C-60D33DE8F8C3}" type="presParOf" srcId="{0916524E-BF1F-4C51-AC20-542C908DD919}" destId="{5C1FA7C8-A2BF-4B22-BDE1-10B283D75F8A}" srcOrd="0" destOrd="0" presId="urn:microsoft.com/office/officeart/2005/8/layout/vList5"/>
    <dgm:cxn modelId="{7172E61D-B81F-4529-8173-42AE87218C1B}" type="presParOf" srcId="{0916524E-BF1F-4C51-AC20-542C908DD919}" destId="{FE79ECD3-EF38-4E5F-B024-25DAE522FCB6}"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070ABDC-D63E-4D13-BEDD-58625088E9CD}"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A47A3E4C-F276-4AB0-843E-6C64B9040560}">
      <dgm:prSet phldrT="[Text]" custT="1"/>
      <dgm:spPr/>
      <dgm:t>
        <a:bodyPr/>
        <a:lstStyle/>
        <a:p>
          <a:r>
            <a:rPr lang="en-US" sz="2400" b="1" dirty="0"/>
            <a:t>Snowflake Basic AND Advanced Concepts </a:t>
          </a:r>
        </a:p>
      </dgm:t>
    </dgm:pt>
    <dgm:pt modelId="{94D27492-6416-414C-828E-1B66215B5346}" type="parTrans" cxnId="{26B0F9DC-6D74-40A9-AE44-BDBC4814DE4D}">
      <dgm:prSet/>
      <dgm:spPr/>
      <dgm:t>
        <a:bodyPr/>
        <a:lstStyle/>
        <a:p>
          <a:endParaRPr lang="en-US"/>
        </a:p>
      </dgm:t>
    </dgm:pt>
    <dgm:pt modelId="{1BEF08FE-FEFC-4C5E-B90A-CF380EA0FB35}" type="sibTrans" cxnId="{26B0F9DC-6D74-40A9-AE44-BDBC4814DE4D}">
      <dgm:prSet/>
      <dgm:spPr/>
      <dgm:t>
        <a:bodyPr/>
        <a:lstStyle/>
        <a:p>
          <a:endParaRPr lang="en-US"/>
        </a:p>
      </dgm:t>
    </dgm:pt>
    <dgm:pt modelId="{4C646246-25E9-4385-998C-A487F35866A1}">
      <dgm:prSet phldrT="[Text]" custT="1"/>
      <dgm:spPr/>
      <dgm:t>
        <a:bodyPr/>
        <a:lstStyle/>
        <a:p>
          <a:pPr>
            <a:buFont typeface="Wingdings" panose="05000000000000000000" pitchFamily="2" charset="2"/>
            <a:buChar char="Ø"/>
          </a:pPr>
          <a:r>
            <a:rPr lang="en-US" sz="2000" kern="1200" dirty="0">
              <a:solidFill>
                <a:prstClr val="black">
                  <a:hueOff val="0"/>
                  <a:satOff val="0"/>
                  <a:lumOff val="0"/>
                  <a:alphaOff val="0"/>
                </a:prstClr>
              </a:solidFill>
              <a:latin typeface="Aptos" panose="02110004020202020204"/>
              <a:ea typeface="+mn-ea"/>
              <a:cs typeface="+mn-cs"/>
            </a:rPr>
            <a:t>Snowflake Complete Guide 1 Material(Basic’s)</a:t>
          </a:r>
        </a:p>
      </dgm:t>
    </dgm:pt>
    <dgm:pt modelId="{D25F2E79-A255-44CB-9CE6-F0A121EBFB8A}" type="parTrans" cxnId="{A2821FC4-37F6-4693-A7AD-D7BA1A8BC4E9}">
      <dgm:prSet/>
      <dgm:spPr/>
      <dgm:t>
        <a:bodyPr/>
        <a:lstStyle/>
        <a:p>
          <a:endParaRPr lang="en-US"/>
        </a:p>
      </dgm:t>
    </dgm:pt>
    <dgm:pt modelId="{3FBFFFE8-81B3-482D-A6E2-727FC8484732}" type="sibTrans" cxnId="{A2821FC4-37F6-4693-A7AD-D7BA1A8BC4E9}">
      <dgm:prSet/>
      <dgm:spPr/>
      <dgm:t>
        <a:bodyPr/>
        <a:lstStyle/>
        <a:p>
          <a:endParaRPr lang="en-US"/>
        </a:p>
      </dgm:t>
    </dgm:pt>
    <dgm:pt modelId="{66671F46-5C24-410B-9B23-07D9E28292BE}">
      <dgm:prSet phldrT="[Text]" custT="1"/>
      <dgm:spPr/>
      <dgm:t>
        <a:bodyPr/>
        <a:lstStyle/>
        <a:p>
          <a:r>
            <a:rPr lang="en-US" sz="2400" b="1" dirty="0"/>
            <a:t>ETL Patterns</a:t>
          </a:r>
        </a:p>
      </dgm:t>
    </dgm:pt>
    <dgm:pt modelId="{9BEDB934-8DA3-43D9-B99F-771699798BEC}" type="parTrans" cxnId="{6D4F7699-E260-42ED-890C-9E27A2B54E21}">
      <dgm:prSet/>
      <dgm:spPr/>
      <dgm:t>
        <a:bodyPr/>
        <a:lstStyle/>
        <a:p>
          <a:endParaRPr lang="en-US"/>
        </a:p>
      </dgm:t>
    </dgm:pt>
    <dgm:pt modelId="{9083F0C7-1AD4-430D-8CAB-0BA460B90C98}" type="sibTrans" cxnId="{6D4F7699-E260-42ED-890C-9E27A2B54E21}">
      <dgm:prSet/>
      <dgm:spPr/>
      <dgm:t>
        <a:bodyPr/>
        <a:lstStyle/>
        <a:p>
          <a:endParaRPr lang="en-US"/>
        </a:p>
      </dgm:t>
    </dgm:pt>
    <dgm:pt modelId="{DF738D67-B6C1-4E37-88D9-D733F1346BBD}">
      <dgm:prSet phldrT="[Text]" phldr="0" custT="1"/>
      <dgm:spPr/>
      <dgm:t>
        <a:bodyPr/>
        <a:lstStyle/>
        <a:p>
          <a:pPr>
            <a:buFont typeface="Wingdings" panose="05000000000000000000" pitchFamily="2" charset="2"/>
            <a:buChar char="Ø"/>
          </a:pPr>
          <a:r>
            <a:rPr lang="en-US" sz="2000" b="0" dirty="0"/>
            <a:t>Learn different types of ETL Patterns used in FMI</a:t>
          </a:r>
        </a:p>
      </dgm:t>
    </dgm:pt>
    <dgm:pt modelId="{104A5069-EBBF-41AE-A708-E027FBE404E1}" type="parTrans" cxnId="{4C317C77-304F-41A7-A14E-FE32D74D3A7F}">
      <dgm:prSet/>
      <dgm:spPr/>
      <dgm:t>
        <a:bodyPr/>
        <a:lstStyle/>
        <a:p>
          <a:endParaRPr lang="en-US"/>
        </a:p>
      </dgm:t>
    </dgm:pt>
    <dgm:pt modelId="{38B0331A-745B-4E1E-9CFB-EC8D3C6C1429}" type="sibTrans" cxnId="{4C317C77-304F-41A7-A14E-FE32D74D3A7F}">
      <dgm:prSet/>
      <dgm:spPr/>
      <dgm:t>
        <a:bodyPr/>
        <a:lstStyle/>
        <a:p>
          <a:endParaRPr lang="en-US"/>
        </a:p>
      </dgm:t>
    </dgm:pt>
    <dgm:pt modelId="{0913A4EE-5EB6-4B7F-AE86-0495E2486D1A}">
      <dgm:prSet phldrT="[Text]" phldr="0" custT="1"/>
      <dgm:spPr/>
      <dgm:t>
        <a:bodyPr/>
        <a:lstStyle/>
        <a:p>
          <a:r>
            <a:rPr lang="en-US" sz="2400" b="1" dirty="0"/>
            <a:t>ETL Patterns </a:t>
          </a:r>
          <a:r>
            <a:rPr lang="en-US" sz="2400" b="1" dirty="0" err="1"/>
            <a:t>Contd</a:t>
          </a:r>
          <a:endParaRPr lang="en-US" sz="2400" b="1" dirty="0"/>
        </a:p>
      </dgm:t>
    </dgm:pt>
    <dgm:pt modelId="{96FD84FE-BF01-4F81-B15C-B6B6E81AE128}" type="parTrans" cxnId="{1B9CEE85-AFAD-4EE5-B930-5F76CD1A309E}">
      <dgm:prSet/>
      <dgm:spPr/>
      <dgm:t>
        <a:bodyPr/>
        <a:lstStyle/>
        <a:p>
          <a:endParaRPr lang="en-US"/>
        </a:p>
      </dgm:t>
    </dgm:pt>
    <dgm:pt modelId="{B6E72ED1-9123-49D4-AD11-7F938929A43E}" type="sibTrans" cxnId="{1B9CEE85-AFAD-4EE5-B930-5F76CD1A309E}">
      <dgm:prSet/>
      <dgm:spPr/>
      <dgm:t>
        <a:bodyPr/>
        <a:lstStyle/>
        <a:p>
          <a:endParaRPr lang="en-US"/>
        </a:p>
      </dgm:t>
    </dgm:pt>
    <dgm:pt modelId="{CA1DA331-BD94-4A41-BB3D-A0707842FD25}">
      <dgm:prSet phldrT="[Text]" phldr="0" custT="1"/>
      <dgm:spPr/>
      <dgm:t>
        <a:bodyPr/>
        <a:lstStyle/>
        <a:p>
          <a:pPr>
            <a:buFont typeface="Wingdings" panose="05000000000000000000" pitchFamily="2" charset="2"/>
            <a:buChar char="Ø"/>
          </a:pPr>
          <a:r>
            <a:rPr lang="en-US" sz="2000" dirty="0"/>
            <a:t>Continue to watch KT session and PPT and documents present in </a:t>
          </a:r>
          <a:r>
            <a:rPr lang="en-US" sz="2000" b="1" dirty="0"/>
            <a:t>“ETL Patterns Folder”</a:t>
          </a:r>
        </a:p>
      </dgm:t>
    </dgm:pt>
    <dgm:pt modelId="{46655F1E-242E-482A-AD56-B3659E1803C9}" type="parTrans" cxnId="{DF7C8B5D-45AA-4447-B2CE-1C978BD082DC}">
      <dgm:prSet/>
      <dgm:spPr/>
      <dgm:t>
        <a:bodyPr/>
        <a:lstStyle/>
        <a:p>
          <a:endParaRPr lang="en-US"/>
        </a:p>
      </dgm:t>
    </dgm:pt>
    <dgm:pt modelId="{BF11FC7A-1A99-42BC-8820-95A7FADD7F74}" type="sibTrans" cxnId="{DF7C8B5D-45AA-4447-B2CE-1C978BD082DC}">
      <dgm:prSet/>
      <dgm:spPr/>
      <dgm:t>
        <a:bodyPr/>
        <a:lstStyle/>
        <a:p>
          <a:endParaRPr lang="en-US"/>
        </a:p>
      </dgm:t>
    </dgm:pt>
    <dgm:pt modelId="{8A5D989A-C4FE-40BA-ABF4-BBCBCBD43F00}">
      <dgm:prSet custT="1"/>
      <dgm:spPr/>
      <dgm:t>
        <a:bodyPr/>
        <a:lstStyle/>
        <a:p>
          <a:pPr>
            <a:buFont typeface="Wingdings" panose="05000000000000000000" pitchFamily="2" charset="2"/>
            <a:buChar char="Ø"/>
          </a:pPr>
          <a:r>
            <a:rPr lang="en-US" sz="2000" kern="1200" dirty="0">
              <a:solidFill>
                <a:prstClr val="black">
                  <a:hueOff val="0"/>
                  <a:satOff val="0"/>
                  <a:lumOff val="0"/>
                  <a:alphaOff val="0"/>
                </a:prstClr>
              </a:solidFill>
              <a:latin typeface="Aptos" panose="02110004020202020204"/>
              <a:ea typeface="+mn-ea"/>
              <a:cs typeface="+mn-cs"/>
            </a:rPr>
            <a:t>Snowflake Complete Guide 2 Material(Advanced Concepts)</a:t>
          </a:r>
        </a:p>
      </dgm:t>
    </dgm:pt>
    <dgm:pt modelId="{77131489-71C0-4CB0-AAD8-F9A7057AD04D}" type="parTrans" cxnId="{A512933F-C218-480B-8498-BC6E33C012C7}">
      <dgm:prSet/>
      <dgm:spPr/>
      <dgm:t>
        <a:bodyPr/>
        <a:lstStyle/>
        <a:p>
          <a:endParaRPr lang="en-US"/>
        </a:p>
      </dgm:t>
    </dgm:pt>
    <dgm:pt modelId="{B2148C98-6C84-44AE-BFC2-6C20FAD45E04}" type="sibTrans" cxnId="{A512933F-C218-480B-8498-BC6E33C012C7}">
      <dgm:prSet/>
      <dgm:spPr/>
      <dgm:t>
        <a:bodyPr/>
        <a:lstStyle/>
        <a:p>
          <a:endParaRPr lang="en-US"/>
        </a:p>
      </dgm:t>
    </dgm:pt>
    <dgm:pt modelId="{A6B2A2FC-AE98-4596-9ACC-95730091AC40}">
      <dgm:prSet phldrT="[Text]" phldr="0" custT="1"/>
      <dgm:spPr/>
      <dgm:t>
        <a:bodyPr/>
        <a:lstStyle/>
        <a:p>
          <a:pPr>
            <a:buFont typeface="Wingdings" panose="05000000000000000000" pitchFamily="2" charset="2"/>
            <a:buChar char="Ø"/>
          </a:pPr>
          <a:r>
            <a:rPr lang="en-US" sz="2000" b="0" dirty="0"/>
            <a:t> SQL Server Sourcing – FUSE</a:t>
          </a:r>
        </a:p>
      </dgm:t>
    </dgm:pt>
    <dgm:pt modelId="{4AE747A2-C54B-4141-B69F-1D64FA711511}" type="parTrans" cxnId="{B6252357-ADA5-46D6-AD42-4C22FAAC95E0}">
      <dgm:prSet/>
      <dgm:spPr/>
      <dgm:t>
        <a:bodyPr/>
        <a:lstStyle/>
        <a:p>
          <a:endParaRPr lang="en-US"/>
        </a:p>
      </dgm:t>
    </dgm:pt>
    <dgm:pt modelId="{8B8246FA-6060-46AA-9781-A177639CE5FA}" type="sibTrans" cxnId="{B6252357-ADA5-46D6-AD42-4C22FAAC95E0}">
      <dgm:prSet/>
      <dgm:spPr/>
      <dgm:t>
        <a:bodyPr/>
        <a:lstStyle/>
        <a:p>
          <a:endParaRPr lang="en-US"/>
        </a:p>
      </dgm:t>
    </dgm:pt>
    <dgm:pt modelId="{2953F57C-F60A-4201-B11D-DB7239FF43F9}">
      <dgm:prSet phldrT="[Text]" phldr="0" custT="1"/>
      <dgm:spPr/>
      <dgm:t>
        <a:bodyPr/>
        <a:lstStyle/>
        <a:p>
          <a:pPr>
            <a:buFont typeface="Wingdings" panose="05000000000000000000" pitchFamily="2" charset="2"/>
            <a:buChar char="Ø"/>
          </a:pPr>
          <a:r>
            <a:rPr lang="en-US" sz="2000" b="0" dirty="0"/>
            <a:t>API and SharePoint Sourcing  - Using ADF</a:t>
          </a:r>
        </a:p>
      </dgm:t>
    </dgm:pt>
    <dgm:pt modelId="{33FDF0FE-619D-49E9-8918-E141881AA791}" type="parTrans" cxnId="{CEA65687-544E-4C92-A082-652BCF86612B}">
      <dgm:prSet/>
      <dgm:spPr/>
      <dgm:t>
        <a:bodyPr/>
        <a:lstStyle/>
        <a:p>
          <a:endParaRPr lang="en-US"/>
        </a:p>
      </dgm:t>
    </dgm:pt>
    <dgm:pt modelId="{C0BE5B25-8F71-4BD4-B2AE-271CC4741663}" type="sibTrans" cxnId="{CEA65687-544E-4C92-A082-652BCF86612B}">
      <dgm:prSet/>
      <dgm:spPr/>
      <dgm:t>
        <a:bodyPr/>
        <a:lstStyle/>
        <a:p>
          <a:endParaRPr lang="en-US"/>
        </a:p>
      </dgm:t>
    </dgm:pt>
    <dgm:pt modelId="{FBAA30C7-6767-4ABB-8C9C-8D6460DA4E54}">
      <dgm:prSet phldrT="[Text]" phldr="0" custT="1"/>
      <dgm:spPr/>
      <dgm:t>
        <a:bodyPr/>
        <a:lstStyle/>
        <a:p>
          <a:pPr>
            <a:buFont typeface="Wingdings" panose="05000000000000000000" pitchFamily="2" charset="2"/>
            <a:buChar char="Ø"/>
          </a:pPr>
          <a:r>
            <a:rPr lang="en-US" sz="2000" b="0" dirty="0"/>
            <a:t>Real Time Data Sourcing - FCTS</a:t>
          </a:r>
        </a:p>
      </dgm:t>
    </dgm:pt>
    <dgm:pt modelId="{32D9FBAD-45FE-4459-8296-991B52E3625A}" type="parTrans" cxnId="{9B5278CD-1A49-4D59-BFCB-638B33458796}">
      <dgm:prSet/>
      <dgm:spPr/>
      <dgm:t>
        <a:bodyPr/>
        <a:lstStyle/>
        <a:p>
          <a:endParaRPr lang="en-US"/>
        </a:p>
      </dgm:t>
    </dgm:pt>
    <dgm:pt modelId="{6615D366-F1ED-4F89-9D23-5B61AE6A4F0B}" type="sibTrans" cxnId="{9B5278CD-1A49-4D59-BFCB-638B33458796}">
      <dgm:prSet/>
      <dgm:spPr/>
      <dgm:t>
        <a:bodyPr/>
        <a:lstStyle/>
        <a:p>
          <a:endParaRPr lang="en-US"/>
        </a:p>
      </dgm:t>
    </dgm:pt>
    <dgm:pt modelId="{E20A16E2-660A-42A1-B7B0-B474E43F4EF6}" type="pres">
      <dgm:prSet presAssocID="{9070ABDC-D63E-4D13-BEDD-58625088E9CD}" presName="Name0" presStyleCnt="0">
        <dgm:presLayoutVars>
          <dgm:dir/>
          <dgm:animLvl val="lvl"/>
          <dgm:resizeHandles val="exact"/>
        </dgm:presLayoutVars>
      </dgm:prSet>
      <dgm:spPr/>
    </dgm:pt>
    <dgm:pt modelId="{C95C565F-349B-4A95-98F9-5BC3537D70AA}" type="pres">
      <dgm:prSet presAssocID="{A47A3E4C-F276-4AB0-843E-6C64B9040560}" presName="linNode" presStyleCnt="0"/>
      <dgm:spPr/>
    </dgm:pt>
    <dgm:pt modelId="{B6FC6571-C65C-4CCE-A135-660B60A0BAB7}" type="pres">
      <dgm:prSet presAssocID="{A47A3E4C-F276-4AB0-843E-6C64B9040560}" presName="parentText" presStyleLbl="node1" presStyleIdx="0" presStyleCnt="3">
        <dgm:presLayoutVars>
          <dgm:chMax val="1"/>
          <dgm:bulletEnabled val="1"/>
        </dgm:presLayoutVars>
      </dgm:prSet>
      <dgm:spPr/>
    </dgm:pt>
    <dgm:pt modelId="{0A6444A8-0567-4D4C-A29C-E771378D47BF}" type="pres">
      <dgm:prSet presAssocID="{A47A3E4C-F276-4AB0-843E-6C64B9040560}" presName="descendantText" presStyleLbl="alignAccFollowNode1" presStyleIdx="0" presStyleCnt="3" custScaleY="125218">
        <dgm:presLayoutVars>
          <dgm:bulletEnabled val="1"/>
        </dgm:presLayoutVars>
      </dgm:prSet>
      <dgm:spPr/>
    </dgm:pt>
    <dgm:pt modelId="{FEE531EE-E30E-4759-BF25-933B85CEB8D2}" type="pres">
      <dgm:prSet presAssocID="{1BEF08FE-FEFC-4C5E-B90A-CF380EA0FB35}" presName="sp" presStyleCnt="0"/>
      <dgm:spPr/>
    </dgm:pt>
    <dgm:pt modelId="{36E2F056-E51E-43D6-9EBB-358A4C0B591E}" type="pres">
      <dgm:prSet presAssocID="{66671F46-5C24-410B-9B23-07D9E28292BE}" presName="linNode" presStyleCnt="0"/>
      <dgm:spPr/>
    </dgm:pt>
    <dgm:pt modelId="{F78683C0-C739-45D9-8790-9FB7E90A7E5E}" type="pres">
      <dgm:prSet presAssocID="{66671F46-5C24-410B-9B23-07D9E28292BE}" presName="parentText" presStyleLbl="node1" presStyleIdx="1" presStyleCnt="3" custLinFactNeighborX="-76" custLinFactNeighborY="16869">
        <dgm:presLayoutVars>
          <dgm:chMax val="1"/>
          <dgm:bulletEnabled val="1"/>
        </dgm:presLayoutVars>
      </dgm:prSet>
      <dgm:spPr/>
    </dgm:pt>
    <dgm:pt modelId="{E2B8BDF0-1D83-48D0-B87F-F4F82F018DBD}" type="pres">
      <dgm:prSet presAssocID="{66671F46-5C24-410B-9B23-07D9E28292BE}" presName="descendantText" presStyleLbl="alignAccFollowNode1" presStyleIdx="1" presStyleCnt="3" custScaleY="175645">
        <dgm:presLayoutVars>
          <dgm:bulletEnabled val="1"/>
        </dgm:presLayoutVars>
      </dgm:prSet>
      <dgm:spPr/>
    </dgm:pt>
    <dgm:pt modelId="{F8537E0D-ADBA-4320-94A0-79368EF8E24C}" type="pres">
      <dgm:prSet presAssocID="{9083F0C7-1AD4-430D-8CAB-0BA460B90C98}" presName="sp" presStyleCnt="0"/>
      <dgm:spPr/>
    </dgm:pt>
    <dgm:pt modelId="{0916524E-BF1F-4C51-AC20-542C908DD919}" type="pres">
      <dgm:prSet presAssocID="{0913A4EE-5EB6-4B7F-AE86-0495E2486D1A}" presName="linNode" presStyleCnt="0"/>
      <dgm:spPr/>
    </dgm:pt>
    <dgm:pt modelId="{5C1FA7C8-A2BF-4B22-BDE1-10B283D75F8A}" type="pres">
      <dgm:prSet presAssocID="{0913A4EE-5EB6-4B7F-AE86-0495E2486D1A}" presName="parentText" presStyleLbl="node1" presStyleIdx="2" presStyleCnt="3" custLinFactNeighborX="-76" custLinFactNeighborY="-14318">
        <dgm:presLayoutVars>
          <dgm:chMax val="1"/>
          <dgm:bulletEnabled val="1"/>
        </dgm:presLayoutVars>
      </dgm:prSet>
      <dgm:spPr/>
    </dgm:pt>
    <dgm:pt modelId="{FE79ECD3-EF38-4E5F-B024-25DAE522FCB6}" type="pres">
      <dgm:prSet presAssocID="{0913A4EE-5EB6-4B7F-AE86-0495E2486D1A}" presName="descendantText" presStyleLbl="alignAccFollowNode1" presStyleIdx="2" presStyleCnt="3" custScaleY="221773">
        <dgm:presLayoutVars>
          <dgm:bulletEnabled val="1"/>
        </dgm:presLayoutVars>
      </dgm:prSet>
      <dgm:spPr/>
    </dgm:pt>
  </dgm:ptLst>
  <dgm:cxnLst>
    <dgm:cxn modelId="{1F591E21-5DFB-47C9-BAF9-6E408E8DB07C}" type="presOf" srcId="{CA1DA331-BD94-4A41-BB3D-A0707842FD25}" destId="{FE79ECD3-EF38-4E5F-B024-25DAE522FCB6}" srcOrd="0" destOrd="0" presId="urn:microsoft.com/office/officeart/2005/8/layout/vList5"/>
    <dgm:cxn modelId="{AA529B2A-97E9-4A9C-A631-550A4C9B1F48}" type="presOf" srcId="{8A5D989A-C4FE-40BA-ABF4-BBCBCBD43F00}" destId="{0A6444A8-0567-4D4C-A29C-E771378D47BF}" srcOrd="0" destOrd="1" presId="urn:microsoft.com/office/officeart/2005/8/layout/vList5"/>
    <dgm:cxn modelId="{301CDC36-71FF-4DD5-A5CA-A831473569E4}" type="presOf" srcId="{4C646246-25E9-4385-998C-A487F35866A1}" destId="{0A6444A8-0567-4D4C-A29C-E771378D47BF}" srcOrd="0" destOrd="0" presId="urn:microsoft.com/office/officeart/2005/8/layout/vList5"/>
    <dgm:cxn modelId="{8CC1E038-2E26-4DC1-8889-CF9D87ADFA2D}" type="presOf" srcId="{2953F57C-F60A-4201-B11D-DB7239FF43F9}" destId="{E2B8BDF0-1D83-48D0-B87F-F4F82F018DBD}" srcOrd="0" destOrd="2" presId="urn:microsoft.com/office/officeart/2005/8/layout/vList5"/>
    <dgm:cxn modelId="{FD97743E-DBEB-494A-8EC8-B009E394FE53}" type="presOf" srcId="{A47A3E4C-F276-4AB0-843E-6C64B9040560}" destId="{B6FC6571-C65C-4CCE-A135-660B60A0BAB7}" srcOrd="0" destOrd="0" presId="urn:microsoft.com/office/officeart/2005/8/layout/vList5"/>
    <dgm:cxn modelId="{A512933F-C218-480B-8498-BC6E33C012C7}" srcId="{A47A3E4C-F276-4AB0-843E-6C64B9040560}" destId="{8A5D989A-C4FE-40BA-ABF4-BBCBCBD43F00}" srcOrd="1" destOrd="0" parTransId="{77131489-71C0-4CB0-AAD8-F9A7057AD04D}" sibTransId="{B2148C98-6C84-44AE-BFC2-6C20FAD45E04}"/>
    <dgm:cxn modelId="{DF7C8B5D-45AA-4447-B2CE-1C978BD082DC}" srcId="{0913A4EE-5EB6-4B7F-AE86-0495E2486D1A}" destId="{CA1DA331-BD94-4A41-BB3D-A0707842FD25}" srcOrd="0" destOrd="0" parTransId="{46655F1E-242E-482A-AD56-B3659E1803C9}" sibTransId="{BF11FC7A-1A99-42BC-8820-95A7FADD7F74}"/>
    <dgm:cxn modelId="{791A9F68-5950-40F5-A6BF-4F31596CF915}" type="presOf" srcId="{FBAA30C7-6767-4ABB-8C9C-8D6460DA4E54}" destId="{E2B8BDF0-1D83-48D0-B87F-F4F82F018DBD}" srcOrd="0" destOrd="3" presId="urn:microsoft.com/office/officeart/2005/8/layout/vList5"/>
    <dgm:cxn modelId="{283E2652-1E32-4C65-AB16-51EFCC4D4564}" type="presOf" srcId="{A6B2A2FC-AE98-4596-9ACC-95730091AC40}" destId="{E2B8BDF0-1D83-48D0-B87F-F4F82F018DBD}" srcOrd="0" destOrd="1" presId="urn:microsoft.com/office/officeart/2005/8/layout/vList5"/>
    <dgm:cxn modelId="{2DEA6972-61C3-4055-97C4-2AE3AD2089EC}" type="presOf" srcId="{DF738D67-B6C1-4E37-88D9-D733F1346BBD}" destId="{E2B8BDF0-1D83-48D0-B87F-F4F82F018DBD}" srcOrd="0" destOrd="0" presId="urn:microsoft.com/office/officeart/2005/8/layout/vList5"/>
    <dgm:cxn modelId="{B6252357-ADA5-46D6-AD42-4C22FAAC95E0}" srcId="{66671F46-5C24-410B-9B23-07D9E28292BE}" destId="{A6B2A2FC-AE98-4596-9ACC-95730091AC40}" srcOrd="1" destOrd="0" parTransId="{4AE747A2-C54B-4141-B69F-1D64FA711511}" sibTransId="{8B8246FA-6060-46AA-9781-A177639CE5FA}"/>
    <dgm:cxn modelId="{4C317C77-304F-41A7-A14E-FE32D74D3A7F}" srcId="{66671F46-5C24-410B-9B23-07D9E28292BE}" destId="{DF738D67-B6C1-4E37-88D9-D733F1346BBD}" srcOrd="0" destOrd="0" parTransId="{104A5069-EBBF-41AE-A708-E027FBE404E1}" sibTransId="{38B0331A-745B-4E1E-9CFB-EC8D3C6C1429}"/>
    <dgm:cxn modelId="{1B9CEE85-AFAD-4EE5-B930-5F76CD1A309E}" srcId="{9070ABDC-D63E-4D13-BEDD-58625088E9CD}" destId="{0913A4EE-5EB6-4B7F-AE86-0495E2486D1A}" srcOrd="2" destOrd="0" parTransId="{96FD84FE-BF01-4F81-B15C-B6B6E81AE128}" sibTransId="{B6E72ED1-9123-49D4-AD11-7F938929A43E}"/>
    <dgm:cxn modelId="{CEA65687-544E-4C92-A082-652BCF86612B}" srcId="{66671F46-5C24-410B-9B23-07D9E28292BE}" destId="{2953F57C-F60A-4201-B11D-DB7239FF43F9}" srcOrd="2" destOrd="0" parTransId="{33FDF0FE-619D-49E9-8918-E141881AA791}" sibTransId="{C0BE5B25-8F71-4BD4-B2AE-271CC4741663}"/>
    <dgm:cxn modelId="{6D4F7699-E260-42ED-890C-9E27A2B54E21}" srcId="{9070ABDC-D63E-4D13-BEDD-58625088E9CD}" destId="{66671F46-5C24-410B-9B23-07D9E28292BE}" srcOrd="1" destOrd="0" parTransId="{9BEDB934-8DA3-43D9-B99F-771699798BEC}" sibTransId="{9083F0C7-1AD4-430D-8CAB-0BA460B90C98}"/>
    <dgm:cxn modelId="{8AA2A7A9-AD13-4755-A3F3-58E489B6E1A1}" type="presOf" srcId="{66671F46-5C24-410B-9B23-07D9E28292BE}" destId="{F78683C0-C739-45D9-8790-9FB7E90A7E5E}" srcOrd="0" destOrd="0" presId="urn:microsoft.com/office/officeart/2005/8/layout/vList5"/>
    <dgm:cxn modelId="{A2821FC4-37F6-4693-A7AD-D7BA1A8BC4E9}" srcId="{A47A3E4C-F276-4AB0-843E-6C64B9040560}" destId="{4C646246-25E9-4385-998C-A487F35866A1}" srcOrd="0" destOrd="0" parTransId="{D25F2E79-A255-44CB-9CE6-F0A121EBFB8A}" sibTransId="{3FBFFFE8-81B3-482D-A6E2-727FC8484732}"/>
    <dgm:cxn modelId="{60D356CC-BB91-4134-A48E-53DC7A5723E3}" type="presOf" srcId="{9070ABDC-D63E-4D13-BEDD-58625088E9CD}" destId="{E20A16E2-660A-42A1-B7B0-B474E43F4EF6}" srcOrd="0" destOrd="0" presId="urn:microsoft.com/office/officeart/2005/8/layout/vList5"/>
    <dgm:cxn modelId="{9B5278CD-1A49-4D59-BFCB-638B33458796}" srcId="{66671F46-5C24-410B-9B23-07D9E28292BE}" destId="{FBAA30C7-6767-4ABB-8C9C-8D6460DA4E54}" srcOrd="3" destOrd="0" parTransId="{32D9FBAD-45FE-4459-8296-991B52E3625A}" sibTransId="{6615D366-F1ED-4F89-9D23-5B61AE6A4F0B}"/>
    <dgm:cxn modelId="{DACE0ECE-B3EC-4C3E-8FF4-03E2C2D37257}" type="presOf" srcId="{0913A4EE-5EB6-4B7F-AE86-0495E2486D1A}" destId="{5C1FA7C8-A2BF-4B22-BDE1-10B283D75F8A}" srcOrd="0" destOrd="0" presId="urn:microsoft.com/office/officeart/2005/8/layout/vList5"/>
    <dgm:cxn modelId="{26B0F9DC-6D74-40A9-AE44-BDBC4814DE4D}" srcId="{9070ABDC-D63E-4D13-BEDD-58625088E9CD}" destId="{A47A3E4C-F276-4AB0-843E-6C64B9040560}" srcOrd="0" destOrd="0" parTransId="{94D27492-6416-414C-828E-1B66215B5346}" sibTransId="{1BEF08FE-FEFC-4C5E-B90A-CF380EA0FB35}"/>
    <dgm:cxn modelId="{46CC0BAA-F31E-409F-9570-EC4C0A28E948}" type="presParOf" srcId="{E20A16E2-660A-42A1-B7B0-B474E43F4EF6}" destId="{C95C565F-349B-4A95-98F9-5BC3537D70AA}" srcOrd="0" destOrd="0" presId="urn:microsoft.com/office/officeart/2005/8/layout/vList5"/>
    <dgm:cxn modelId="{F9C16F1F-B389-4280-B8E0-EC69136551DF}" type="presParOf" srcId="{C95C565F-349B-4A95-98F9-5BC3537D70AA}" destId="{B6FC6571-C65C-4CCE-A135-660B60A0BAB7}" srcOrd="0" destOrd="0" presId="urn:microsoft.com/office/officeart/2005/8/layout/vList5"/>
    <dgm:cxn modelId="{A0401C9D-8A17-4DA9-8298-6A09B81CCE1D}" type="presParOf" srcId="{C95C565F-349B-4A95-98F9-5BC3537D70AA}" destId="{0A6444A8-0567-4D4C-A29C-E771378D47BF}" srcOrd="1" destOrd="0" presId="urn:microsoft.com/office/officeart/2005/8/layout/vList5"/>
    <dgm:cxn modelId="{2C1FC10F-4D4B-4552-8125-7ACB2AF7F4A4}" type="presParOf" srcId="{E20A16E2-660A-42A1-B7B0-B474E43F4EF6}" destId="{FEE531EE-E30E-4759-BF25-933B85CEB8D2}" srcOrd="1" destOrd="0" presId="urn:microsoft.com/office/officeart/2005/8/layout/vList5"/>
    <dgm:cxn modelId="{5D98B313-AAF6-4C75-8A7C-56BB0D4E9E64}" type="presParOf" srcId="{E20A16E2-660A-42A1-B7B0-B474E43F4EF6}" destId="{36E2F056-E51E-43D6-9EBB-358A4C0B591E}" srcOrd="2" destOrd="0" presId="urn:microsoft.com/office/officeart/2005/8/layout/vList5"/>
    <dgm:cxn modelId="{9354DD4B-69EB-4C13-98AB-D801EBEE78F0}" type="presParOf" srcId="{36E2F056-E51E-43D6-9EBB-358A4C0B591E}" destId="{F78683C0-C739-45D9-8790-9FB7E90A7E5E}" srcOrd="0" destOrd="0" presId="urn:microsoft.com/office/officeart/2005/8/layout/vList5"/>
    <dgm:cxn modelId="{400AE6B0-FDBE-4558-A735-7BBACA7DA8C7}" type="presParOf" srcId="{36E2F056-E51E-43D6-9EBB-358A4C0B591E}" destId="{E2B8BDF0-1D83-48D0-B87F-F4F82F018DBD}" srcOrd="1" destOrd="0" presId="urn:microsoft.com/office/officeart/2005/8/layout/vList5"/>
    <dgm:cxn modelId="{78767966-E9DB-49D5-8751-4ADB8D8482D5}" type="presParOf" srcId="{E20A16E2-660A-42A1-B7B0-B474E43F4EF6}" destId="{F8537E0D-ADBA-4320-94A0-79368EF8E24C}" srcOrd="3" destOrd="0" presId="urn:microsoft.com/office/officeart/2005/8/layout/vList5"/>
    <dgm:cxn modelId="{067903DA-4977-4AB9-A006-D48159AB2276}" type="presParOf" srcId="{E20A16E2-660A-42A1-B7B0-B474E43F4EF6}" destId="{0916524E-BF1F-4C51-AC20-542C908DD919}" srcOrd="4" destOrd="0" presId="urn:microsoft.com/office/officeart/2005/8/layout/vList5"/>
    <dgm:cxn modelId="{F16F3D28-8932-43F2-B44C-60D33DE8F8C3}" type="presParOf" srcId="{0916524E-BF1F-4C51-AC20-542C908DD919}" destId="{5C1FA7C8-A2BF-4B22-BDE1-10B283D75F8A}" srcOrd="0" destOrd="0" presId="urn:microsoft.com/office/officeart/2005/8/layout/vList5"/>
    <dgm:cxn modelId="{7172E61D-B81F-4529-8173-42AE87218C1B}" type="presParOf" srcId="{0916524E-BF1F-4C51-AC20-542C908DD919}" destId="{FE79ECD3-EF38-4E5F-B024-25DAE522FCB6}"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070ABDC-D63E-4D13-BEDD-58625088E9CD}" type="doc">
      <dgm:prSet loTypeId="urn:microsoft.com/office/officeart/2005/8/layout/vList5" loCatId="list" qsTypeId="urn:microsoft.com/office/officeart/2005/8/quickstyle/simple1" qsCatId="simple" csTypeId="urn:microsoft.com/office/officeart/2005/8/colors/colorful5" csCatId="colorful" phldr="1"/>
      <dgm:spPr/>
      <dgm:t>
        <a:bodyPr/>
        <a:lstStyle/>
        <a:p>
          <a:endParaRPr lang="en-US"/>
        </a:p>
      </dgm:t>
    </dgm:pt>
    <dgm:pt modelId="{A47A3E4C-F276-4AB0-843E-6C64B9040560}">
      <dgm:prSet phldrT="[Text]" custT="1"/>
      <dgm:spPr/>
      <dgm:t>
        <a:bodyPr/>
        <a:lstStyle/>
        <a:p>
          <a:r>
            <a:rPr lang="en-US" sz="2400" b="1"/>
            <a:t>Understand the Reporting Landscape of FMI </a:t>
          </a:r>
          <a:endParaRPr lang="en-US" sz="2400" b="1" dirty="0"/>
        </a:p>
      </dgm:t>
    </dgm:pt>
    <dgm:pt modelId="{94D27492-6416-414C-828E-1B66215B5346}" type="parTrans" cxnId="{26B0F9DC-6D74-40A9-AE44-BDBC4814DE4D}">
      <dgm:prSet/>
      <dgm:spPr/>
      <dgm:t>
        <a:bodyPr/>
        <a:lstStyle/>
        <a:p>
          <a:endParaRPr lang="en-US"/>
        </a:p>
      </dgm:t>
    </dgm:pt>
    <dgm:pt modelId="{1BEF08FE-FEFC-4C5E-B90A-CF380EA0FB35}" type="sibTrans" cxnId="{26B0F9DC-6D74-40A9-AE44-BDBC4814DE4D}">
      <dgm:prSet/>
      <dgm:spPr/>
      <dgm:t>
        <a:bodyPr/>
        <a:lstStyle/>
        <a:p>
          <a:endParaRPr lang="en-US"/>
        </a:p>
      </dgm:t>
    </dgm:pt>
    <dgm:pt modelId="{4C646246-25E9-4385-998C-A487F35866A1}">
      <dgm:prSet phldrT="[Text]" custT="1"/>
      <dgm:spPr/>
      <dgm:t>
        <a:bodyPr/>
        <a:lstStyle/>
        <a:p>
          <a:pPr>
            <a:buFont typeface="Wingdings" panose="05000000000000000000" pitchFamily="2" charset="2"/>
            <a:buChar char="Ø"/>
          </a:pPr>
          <a:r>
            <a:rPr lang="en-US" sz="2000" kern="1200">
              <a:solidFill>
                <a:prstClr val="black">
                  <a:hueOff val="0"/>
                  <a:satOff val="0"/>
                  <a:lumOff val="0"/>
                  <a:alphaOff val="0"/>
                </a:prstClr>
              </a:solidFill>
              <a:latin typeface="Aptos" panose="02110004020202020204"/>
              <a:ea typeface="+mn-ea"/>
              <a:cs typeface="+mn-cs"/>
            </a:rPr>
            <a:t>Understand FMI reporting Landscape an</a:t>
          </a:r>
          <a:endParaRPr lang="en-US" sz="2000" kern="1200" dirty="0">
            <a:solidFill>
              <a:prstClr val="black">
                <a:hueOff val="0"/>
                <a:satOff val="0"/>
                <a:lumOff val="0"/>
                <a:alphaOff val="0"/>
              </a:prstClr>
            </a:solidFill>
            <a:latin typeface="Aptos" panose="02110004020202020204"/>
            <a:ea typeface="+mn-ea"/>
            <a:cs typeface="+mn-cs"/>
          </a:endParaRPr>
        </a:p>
      </dgm:t>
    </dgm:pt>
    <dgm:pt modelId="{D25F2E79-A255-44CB-9CE6-F0A121EBFB8A}" type="parTrans" cxnId="{A2821FC4-37F6-4693-A7AD-D7BA1A8BC4E9}">
      <dgm:prSet/>
      <dgm:spPr/>
      <dgm:t>
        <a:bodyPr/>
        <a:lstStyle/>
        <a:p>
          <a:endParaRPr lang="en-US"/>
        </a:p>
      </dgm:t>
    </dgm:pt>
    <dgm:pt modelId="{3FBFFFE8-81B3-482D-A6E2-727FC8484732}" type="sibTrans" cxnId="{A2821FC4-37F6-4693-A7AD-D7BA1A8BC4E9}">
      <dgm:prSet/>
      <dgm:spPr/>
      <dgm:t>
        <a:bodyPr/>
        <a:lstStyle/>
        <a:p>
          <a:endParaRPr lang="en-US"/>
        </a:p>
      </dgm:t>
    </dgm:pt>
    <dgm:pt modelId="{66671F46-5C24-410B-9B23-07D9E28292BE}">
      <dgm:prSet phldrT="[Text]" custT="1"/>
      <dgm:spPr/>
      <dgm:t>
        <a:bodyPr/>
        <a:lstStyle/>
        <a:p>
          <a:r>
            <a:rPr lang="en-US" sz="2400" b="1"/>
            <a:t>Power BI Refresh </a:t>
          </a:r>
          <a:endParaRPr lang="en-US" sz="2400" b="1" dirty="0"/>
        </a:p>
      </dgm:t>
    </dgm:pt>
    <dgm:pt modelId="{9BEDB934-8DA3-43D9-B99F-771699798BEC}" type="parTrans" cxnId="{6D4F7699-E260-42ED-890C-9E27A2B54E21}">
      <dgm:prSet/>
      <dgm:spPr/>
      <dgm:t>
        <a:bodyPr/>
        <a:lstStyle/>
        <a:p>
          <a:endParaRPr lang="en-US"/>
        </a:p>
      </dgm:t>
    </dgm:pt>
    <dgm:pt modelId="{9083F0C7-1AD4-430D-8CAB-0BA460B90C98}" type="sibTrans" cxnId="{6D4F7699-E260-42ED-890C-9E27A2B54E21}">
      <dgm:prSet/>
      <dgm:spPr/>
      <dgm:t>
        <a:bodyPr/>
        <a:lstStyle/>
        <a:p>
          <a:endParaRPr lang="en-US"/>
        </a:p>
      </dgm:t>
    </dgm:pt>
    <dgm:pt modelId="{DF738D67-B6C1-4E37-88D9-D733F1346BBD}">
      <dgm:prSet phldrT="[Text]" phldr="0" custT="1"/>
      <dgm:spPr/>
      <dgm:t>
        <a:bodyPr/>
        <a:lstStyle/>
        <a:p>
          <a:pPr>
            <a:buFont typeface="Wingdings" panose="05000000000000000000" pitchFamily="2" charset="2"/>
            <a:buChar char="Ø"/>
          </a:pPr>
          <a:r>
            <a:rPr lang="en-US" sz="2000" b="0"/>
            <a:t>Go through documents videos related to Power BI</a:t>
          </a:r>
          <a:endParaRPr lang="en-US" sz="2000" b="0" dirty="0"/>
        </a:p>
      </dgm:t>
    </dgm:pt>
    <dgm:pt modelId="{104A5069-EBBF-41AE-A708-E027FBE404E1}" type="parTrans" cxnId="{4C317C77-304F-41A7-A14E-FE32D74D3A7F}">
      <dgm:prSet/>
      <dgm:spPr/>
      <dgm:t>
        <a:bodyPr/>
        <a:lstStyle/>
        <a:p>
          <a:endParaRPr lang="en-US"/>
        </a:p>
      </dgm:t>
    </dgm:pt>
    <dgm:pt modelId="{38B0331A-745B-4E1E-9CFB-EC8D3C6C1429}" type="sibTrans" cxnId="{4C317C77-304F-41A7-A14E-FE32D74D3A7F}">
      <dgm:prSet/>
      <dgm:spPr/>
      <dgm:t>
        <a:bodyPr/>
        <a:lstStyle/>
        <a:p>
          <a:endParaRPr lang="en-US"/>
        </a:p>
      </dgm:t>
    </dgm:pt>
    <dgm:pt modelId="{0913A4EE-5EB6-4B7F-AE86-0495E2486D1A}">
      <dgm:prSet phldrT="[Text]" phldr="0" custT="1"/>
      <dgm:spPr/>
      <dgm:t>
        <a:bodyPr/>
        <a:lstStyle/>
        <a:p>
          <a:r>
            <a:rPr lang="en-US" sz="2400" b="1"/>
            <a:t>Business Objects Basics</a:t>
          </a:r>
          <a:endParaRPr lang="en-US" sz="2400" b="1" dirty="0"/>
        </a:p>
      </dgm:t>
    </dgm:pt>
    <dgm:pt modelId="{96FD84FE-BF01-4F81-B15C-B6B6E81AE128}" type="parTrans" cxnId="{1B9CEE85-AFAD-4EE5-B930-5F76CD1A309E}">
      <dgm:prSet/>
      <dgm:spPr/>
      <dgm:t>
        <a:bodyPr/>
        <a:lstStyle/>
        <a:p>
          <a:endParaRPr lang="en-US"/>
        </a:p>
      </dgm:t>
    </dgm:pt>
    <dgm:pt modelId="{B6E72ED1-9123-49D4-AD11-7F938929A43E}" type="sibTrans" cxnId="{1B9CEE85-AFAD-4EE5-B930-5F76CD1A309E}">
      <dgm:prSet/>
      <dgm:spPr/>
      <dgm:t>
        <a:bodyPr/>
        <a:lstStyle/>
        <a:p>
          <a:endParaRPr lang="en-US"/>
        </a:p>
      </dgm:t>
    </dgm:pt>
    <dgm:pt modelId="{CA1DA331-BD94-4A41-BB3D-A0707842FD25}">
      <dgm:prSet phldrT="[Text]" phldr="0" custT="1"/>
      <dgm:spPr/>
      <dgm:t>
        <a:bodyPr/>
        <a:lstStyle/>
        <a:p>
          <a:pPr>
            <a:buFont typeface="Wingdings" panose="05000000000000000000" pitchFamily="2" charset="2"/>
            <a:buChar char="Ø"/>
          </a:pPr>
          <a:r>
            <a:rPr lang="en-US" sz="2000" b="0"/>
            <a:t>Understand the basic of Business objects Concepts </a:t>
          </a:r>
          <a:endParaRPr lang="en-US" sz="2000" b="0" dirty="0"/>
        </a:p>
      </dgm:t>
    </dgm:pt>
    <dgm:pt modelId="{46655F1E-242E-482A-AD56-B3659E1803C9}" type="parTrans" cxnId="{DF7C8B5D-45AA-4447-B2CE-1C978BD082DC}">
      <dgm:prSet/>
      <dgm:spPr/>
      <dgm:t>
        <a:bodyPr/>
        <a:lstStyle/>
        <a:p>
          <a:endParaRPr lang="en-US"/>
        </a:p>
      </dgm:t>
    </dgm:pt>
    <dgm:pt modelId="{BF11FC7A-1A99-42BC-8820-95A7FADD7F74}" type="sibTrans" cxnId="{DF7C8B5D-45AA-4447-B2CE-1C978BD082DC}">
      <dgm:prSet/>
      <dgm:spPr/>
      <dgm:t>
        <a:bodyPr/>
        <a:lstStyle/>
        <a:p>
          <a:endParaRPr lang="en-US"/>
        </a:p>
      </dgm:t>
    </dgm:pt>
    <dgm:pt modelId="{AC085B2C-B7DE-491B-BFCD-62FFEB384141}">
      <dgm:prSet phldrT="[Text]" phldr="0" custT="1"/>
      <dgm:spPr/>
      <dgm:t>
        <a:bodyPr/>
        <a:lstStyle/>
        <a:p>
          <a:pPr>
            <a:buFont typeface="Wingdings" panose="05000000000000000000" pitchFamily="2" charset="2"/>
            <a:buChar char="Ø"/>
          </a:pPr>
          <a:r>
            <a:rPr lang="en-US" sz="2000" b="0"/>
            <a:t>Understand the Semantic Model used in FMI</a:t>
          </a:r>
          <a:endParaRPr lang="en-US" sz="2000" b="0" dirty="0"/>
        </a:p>
      </dgm:t>
    </dgm:pt>
    <dgm:pt modelId="{0E47F236-088C-4194-B079-3833A52EE1C7}" type="parTrans" cxnId="{6C7EE1D4-05B4-47E9-A152-59AACAEFBC77}">
      <dgm:prSet/>
      <dgm:spPr/>
      <dgm:t>
        <a:bodyPr/>
        <a:lstStyle/>
        <a:p>
          <a:endParaRPr lang="en-US"/>
        </a:p>
      </dgm:t>
    </dgm:pt>
    <dgm:pt modelId="{DDC651F1-8459-4BFE-979D-A99D526231E5}" type="sibTrans" cxnId="{6C7EE1D4-05B4-47E9-A152-59AACAEFBC77}">
      <dgm:prSet/>
      <dgm:spPr/>
      <dgm:t>
        <a:bodyPr/>
        <a:lstStyle/>
        <a:p>
          <a:endParaRPr lang="en-US"/>
        </a:p>
      </dgm:t>
    </dgm:pt>
    <dgm:pt modelId="{A11EFAE1-C3A2-4A34-ACBE-8B5CCD8DEDB1}">
      <dgm:prSet phldrT="[Text]" phldr="0" custT="1"/>
      <dgm:spPr/>
      <dgm:t>
        <a:bodyPr/>
        <a:lstStyle/>
        <a:p>
          <a:pPr>
            <a:buFont typeface="Wingdings" panose="05000000000000000000" pitchFamily="2" charset="2"/>
            <a:buChar char="Ø"/>
          </a:pPr>
          <a:r>
            <a:rPr lang="en-US" sz="2000" b="0"/>
            <a:t>Understand the Data Modelling Concepts in Power BI </a:t>
          </a:r>
          <a:endParaRPr lang="en-US" sz="2000" b="0" dirty="0"/>
        </a:p>
      </dgm:t>
    </dgm:pt>
    <dgm:pt modelId="{FE536CAD-69A1-4218-B785-1AEE1C1456C4}" type="parTrans" cxnId="{BF6DD7B6-64F9-4518-9E78-7D1DBCCE7E64}">
      <dgm:prSet/>
      <dgm:spPr/>
      <dgm:t>
        <a:bodyPr/>
        <a:lstStyle/>
        <a:p>
          <a:endParaRPr lang="en-US"/>
        </a:p>
      </dgm:t>
    </dgm:pt>
    <dgm:pt modelId="{DED46F5A-648B-4396-8516-57F3DBB3BF87}" type="sibTrans" cxnId="{BF6DD7B6-64F9-4518-9E78-7D1DBCCE7E64}">
      <dgm:prSet/>
      <dgm:spPr/>
      <dgm:t>
        <a:bodyPr/>
        <a:lstStyle/>
        <a:p>
          <a:endParaRPr lang="en-US"/>
        </a:p>
      </dgm:t>
    </dgm:pt>
    <dgm:pt modelId="{E20A16E2-660A-42A1-B7B0-B474E43F4EF6}" type="pres">
      <dgm:prSet presAssocID="{9070ABDC-D63E-4D13-BEDD-58625088E9CD}" presName="Name0" presStyleCnt="0">
        <dgm:presLayoutVars>
          <dgm:dir/>
          <dgm:animLvl val="lvl"/>
          <dgm:resizeHandles val="exact"/>
        </dgm:presLayoutVars>
      </dgm:prSet>
      <dgm:spPr/>
    </dgm:pt>
    <dgm:pt modelId="{C95C565F-349B-4A95-98F9-5BC3537D70AA}" type="pres">
      <dgm:prSet presAssocID="{A47A3E4C-F276-4AB0-843E-6C64B9040560}" presName="linNode" presStyleCnt="0"/>
      <dgm:spPr/>
    </dgm:pt>
    <dgm:pt modelId="{B6FC6571-C65C-4CCE-A135-660B60A0BAB7}" type="pres">
      <dgm:prSet presAssocID="{A47A3E4C-F276-4AB0-843E-6C64B9040560}" presName="parentText" presStyleLbl="node1" presStyleIdx="0" presStyleCnt="3">
        <dgm:presLayoutVars>
          <dgm:chMax val="1"/>
          <dgm:bulletEnabled val="1"/>
        </dgm:presLayoutVars>
      </dgm:prSet>
      <dgm:spPr/>
    </dgm:pt>
    <dgm:pt modelId="{0A6444A8-0567-4D4C-A29C-E771378D47BF}" type="pres">
      <dgm:prSet presAssocID="{A47A3E4C-F276-4AB0-843E-6C64B9040560}" presName="descendantText" presStyleLbl="alignAccFollowNode1" presStyleIdx="0" presStyleCnt="3" custScaleY="125218">
        <dgm:presLayoutVars>
          <dgm:bulletEnabled val="1"/>
        </dgm:presLayoutVars>
      </dgm:prSet>
      <dgm:spPr/>
    </dgm:pt>
    <dgm:pt modelId="{FEE531EE-E30E-4759-BF25-933B85CEB8D2}" type="pres">
      <dgm:prSet presAssocID="{1BEF08FE-FEFC-4C5E-B90A-CF380EA0FB35}" presName="sp" presStyleCnt="0"/>
      <dgm:spPr/>
    </dgm:pt>
    <dgm:pt modelId="{36E2F056-E51E-43D6-9EBB-358A4C0B591E}" type="pres">
      <dgm:prSet presAssocID="{66671F46-5C24-410B-9B23-07D9E28292BE}" presName="linNode" presStyleCnt="0"/>
      <dgm:spPr/>
    </dgm:pt>
    <dgm:pt modelId="{F78683C0-C739-45D9-8790-9FB7E90A7E5E}" type="pres">
      <dgm:prSet presAssocID="{66671F46-5C24-410B-9B23-07D9E28292BE}" presName="parentText" presStyleLbl="node1" presStyleIdx="1" presStyleCnt="3" custLinFactNeighborX="-76" custLinFactNeighborY="16869">
        <dgm:presLayoutVars>
          <dgm:chMax val="1"/>
          <dgm:bulletEnabled val="1"/>
        </dgm:presLayoutVars>
      </dgm:prSet>
      <dgm:spPr/>
    </dgm:pt>
    <dgm:pt modelId="{E2B8BDF0-1D83-48D0-B87F-F4F82F018DBD}" type="pres">
      <dgm:prSet presAssocID="{66671F46-5C24-410B-9B23-07D9E28292BE}" presName="descendantText" presStyleLbl="alignAccFollowNode1" presStyleIdx="1" presStyleCnt="3" custScaleY="175645">
        <dgm:presLayoutVars>
          <dgm:bulletEnabled val="1"/>
        </dgm:presLayoutVars>
      </dgm:prSet>
      <dgm:spPr/>
    </dgm:pt>
    <dgm:pt modelId="{F8537E0D-ADBA-4320-94A0-79368EF8E24C}" type="pres">
      <dgm:prSet presAssocID="{9083F0C7-1AD4-430D-8CAB-0BA460B90C98}" presName="sp" presStyleCnt="0"/>
      <dgm:spPr/>
    </dgm:pt>
    <dgm:pt modelId="{0916524E-BF1F-4C51-AC20-542C908DD919}" type="pres">
      <dgm:prSet presAssocID="{0913A4EE-5EB6-4B7F-AE86-0495E2486D1A}" presName="linNode" presStyleCnt="0"/>
      <dgm:spPr/>
    </dgm:pt>
    <dgm:pt modelId="{5C1FA7C8-A2BF-4B22-BDE1-10B283D75F8A}" type="pres">
      <dgm:prSet presAssocID="{0913A4EE-5EB6-4B7F-AE86-0495E2486D1A}" presName="parentText" presStyleLbl="node1" presStyleIdx="2" presStyleCnt="3" custLinFactNeighborX="-76" custLinFactNeighborY="-14318">
        <dgm:presLayoutVars>
          <dgm:chMax val="1"/>
          <dgm:bulletEnabled val="1"/>
        </dgm:presLayoutVars>
      </dgm:prSet>
      <dgm:spPr/>
    </dgm:pt>
    <dgm:pt modelId="{FE79ECD3-EF38-4E5F-B024-25DAE522FCB6}" type="pres">
      <dgm:prSet presAssocID="{0913A4EE-5EB6-4B7F-AE86-0495E2486D1A}" presName="descendantText" presStyleLbl="alignAccFollowNode1" presStyleIdx="2" presStyleCnt="3" custScaleY="221773">
        <dgm:presLayoutVars>
          <dgm:bulletEnabled val="1"/>
        </dgm:presLayoutVars>
      </dgm:prSet>
      <dgm:spPr/>
    </dgm:pt>
  </dgm:ptLst>
  <dgm:cxnLst>
    <dgm:cxn modelId="{8106691A-79A2-48D3-BB96-1B190020C0CA}" type="presOf" srcId="{DF738D67-B6C1-4E37-88D9-D733F1346BBD}" destId="{E2B8BDF0-1D83-48D0-B87F-F4F82F018DBD}" srcOrd="0" destOrd="0" presId="urn:microsoft.com/office/officeart/2005/8/layout/vList5"/>
    <dgm:cxn modelId="{DF7C8B5D-45AA-4447-B2CE-1C978BD082DC}" srcId="{0913A4EE-5EB6-4B7F-AE86-0495E2486D1A}" destId="{CA1DA331-BD94-4A41-BB3D-A0707842FD25}" srcOrd="0" destOrd="0" parTransId="{46655F1E-242E-482A-AD56-B3659E1803C9}" sibTransId="{BF11FC7A-1A99-42BC-8820-95A7FADD7F74}"/>
    <dgm:cxn modelId="{5653215F-CD91-4DFC-AFD2-516A51797438}" type="presOf" srcId="{4C646246-25E9-4385-998C-A487F35866A1}" destId="{0A6444A8-0567-4D4C-A29C-E771378D47BF}" srcOrd="0" destOrd="0" presId="urn:microsoft.com/office/officeart/2005/8/layout/vList5"/>
    <dgm:cxn modelId="{7443A64B-28DB-4E01-BFEE-2CF00E143EAF}" type="presOf" srcId="{0913A4EE-5EB6-4B7F-AE86-0495E2486D1A}" destId="{5C1FA7C8-A2BF-4B22-BDE1-10B283D75F8A}" srcOrd="0" destOrd="0" presId="urn:microsoft.com/office/officeart/2005/8/layout/vList5"/>
    <dgm:cxn modelId="{10E27475-BE2F-427B-B1C7-C4844199CF5F}" type="presOf" srcId="{AC085B2C-B7DE-491B-BFCD-62FFEB384141}" destId="{E2B8BDF0-1D83-48D0-B87F-F4F82F018DBD}" srcOrd="0" destOrd="2" presId="urn:microsoft.com/office/officeart/2005/8/layout/vList5"/>
    <dgm:cxn modelId="{4C317C77-304F-41A7-A14E-FE32D74D3A7F}" srcId="{66671F46-5C24-410B-9B23-07D9E28292BE}" destId="{DF738D67-B6C1-4E37-88D9-D733F1346BBD}" srcOrd="0" destOrd="0" parTransId="{104A5069-EBBF-41AE-A708-E027FBE404E1}" sibTransId="{38B0331A-745B-4E1E-9CFB-EC8D3C6C1429}"/>
    <dgm:cxn modelId="{1B9CEE85-AFAD-4EE5-B930-5F76CD1A309E}" srcId="{9070ABDC-D63E-4D13-BEDD-58625088E9CD}" destId="{0913A4EE-5EB6-4B7F-AE86-0495E2486D1A}" srcOrd="2" destOrd="0" parTransId="{96FD84FE-BF01-4F81-B15C-B6B6E81AE128}" sibTransId="{B6E72ED1-9123-49D4-AD11-7F938929A43E}"/>
    <dgm:cxn modelId="{DC7CEF8F-07E1-43A9-8754-0C140B490585}" type="presOf" srcId="{9070ABDC-D63E-4D13-BEDD-58625088E9CD}" destId="{E20A16E2-660A-42A1-B7B0-B474E43F4EF6}" srcOrd="0" destOrd="0" presId="urn:microsoft.com/office/officeart/2005/8/layout/vList5"/>
    <dgm:cxn modelId="{6D4F7699-E260-42ED-890C-9E27A2B54E21}" srcId="{9070ABDC-D63E-4D13-BEDD-58625088E9CD}" destId="{66671F46-5C24-410B-9B23-07D9E28292BE}" srcOrd="1" destOrd="0" parTransId="{9BEDB934-8DA3-43D9-B99F-771699798BEC}" sibTransId="{9083F0C7-1AD4-430D-8CAB-0BA460B90C98}"/>
    <dgm:cxn modelId="{BF6DD7B6-64F9-4518-9E78-7D1DBCCE7E64}" srcId="{66671F46-5C24-410B-9B23-07D9E28292BE}" destId="{A11EFAE1-C3A2-4A34-ACBE-8B5CCD8DEDB1}" srcOrd="1" destOrd="0" parTransId="{FE536CAD-69A1-4218-B785-1AEE1C1456C4}" sibTransId="{DED46F5A-648B-4396-8516-57F3DBB3BF87}"/>
    <dgm:cxn modelId="{A2821FC4-37F6-4693-A7AD-D7BA1A8BC4E9}" srcId="{A47A3E4C-F276-4AB0-843E-6C64B9040560}" destId="{4C646246-25E9-4385-998C-A487F35866A1}" srcOrd="0" destOrd="0" parTransId="{D25F2E79-A255-44CB-9CE6-F0A121EBFB8A}" sibTransId="{3FBFFFE8-81B3-482D-A6E2-727FC8484732}"/>
    <dgm:cxn modelId="{6C7EE1D4-05B4-47E9-A152-59AACAEFBC77}" srcId="{66671F46-5C24-410B-9B23-07D9E28292BE}" destId="{AC085B2C-B7DE-491B-BFCD-62FFEB384141}" srcOrd="2" destOrd="0" parTransId="{0E47F236-088C-4194-B079-3833A52EE1C7}" sibTransId="{DDC651F1-8459-4BFE-979D-A99D526231E5}"/>
    <dgm:cxn modelId="{65E41DD5-5C54-437F-A15E-DF8D9B6605A7}" type="presOf" srcId="{A47A3E4C-F276-4AB0-843E-6C64B9040560}" destId="{B6FC6571-C65C-4CCE-A135-660B60A0BAB7}" srcOrd="0" destOrd="0" presId="urn:microsoft.com/office/officeart/2005/8/layout/vList5"/>
    <dgm:cxn modelId="{7237C2D8-942B-4DC1-B238-D8B7C77446A4}" type="presOf" srcId="{CA1DA331-BD94-4A41-BB3D-A0707842FD25}" destId="{FE79ECD3-EF38-4E5F-B024-25DAE522FCB6}" srcOrd="0" destOrd="0" presId="urn:microsoft.com/office/officeart/2005/8/layout/vList5"/>
    <dgm:cxn modelId="{26B0F9DC-6D74-40A9-AE44-BDBC4814DE4D}" srcId="{9070ABDC-D63E-4D13-BEDD-58625088E9CD}" destId="{A47A3E4C-F276-4AB0-843E-6C64B9040560}" srcOrd="0" destOrd="0" parTransId="{94D27492-6416-414C-828E-1B66215B5346}" sibTransId="{1BEF08FE-FEFC-4C5E-B90A-CF380EA0FB35}"/>
    <dgm:cxn modelId="{4B6BFEF4-0352-49C2-9F82-D9E3CA8871E4}" type="presOf" srcId="{A11EFAE1-C3A2-4A34-ACBE-8B5CCD8DEDB1}" destId="{E2B8BDF0-1D83-48D0-B87F-F4F82F018DBD}" srcOrd="0" destOrd="1" presId="urn:microsoft.com/office/officeart/2005/8/layout/vList5"/>
    <dgm:cxn modelId="{8FC2B3F5-8CD7-40E2-BCED-230B7C9024A1}" type="presOf" srcId="{66671F46-5C24-410B-9B23-07D9E28292BE}" destId="{F78683C0-C739-45D9-8790-9FB7E90A7E5E}" srcOrd="0" destOrd="0" presId="urn:microsoft.com/office/officeart/2005/8/layout/vList5"/>
    <dgm:cxn modelId="{A71A9CD8-3566-41D8-9EC3-684C616C2BC0}" type="presParOf" srcId="{E20A16E2-660A-42A1-B7B0-B474E43F4EF6}" destId="{C95C565F-349B-4A95-98F9-5BC3537D70AA}" srcOrd="0" destOrd="0" presId="urn:microsoft.com/office/officeart/2005/8/layout/vList5"/>
    <dgm:cxn modelId="{F3DC0A00-37D9-4B71-B5D0-F0370ECFB572}" type="presParOf" srcId="{C95C565F-349B-4A95-98F9-5BC3537D70AA}" destId="{B6FC6571-C65C-4CCE-A135-660B60A0BAB7}" srcOrd="0" destOrd="0" presId="urn:microsoft.com/office/officeart/2005/8/layout/vList5"/>
    <dgm:cxn modelId="{3AFDA58C-3334-4FFA-8583-7207E92B1959}" type="presParOf" srcId="{C95C565F-349B-4A95-98F9-5BC3537D70AA}" destId="{0A6444A8-0567-4D4C-A29C-E771378D47BF}" srcOrd="1" destOrd="0" presId="urn:microsoft.com/office/officeart/2005/8/layout/vList5"/>
    <dgm:cxn modelId="{2F742C5B-2EBA-4771-A6CA-3769ED12FB44}" type="presParOf" srcId="{E20A16E2-660A-42A1-B7B0-B474E43F4EF6}" destId="{FEE531EE-E30E-4759-BF25-933B85CEB8D2}" srcOrd="1" destOrd="0" presId="urn:microsoft.com/office/officeart/2005/8/layout/vList5"/>
    <dgm:cxn modelId="{B751EABA-9EEC-47B2-8F40-9BCCC58A370B}" type="presParOf" srcId="{E20A16E2-660A-42A1-B7B0-B474E43F4EF6}" destId="{36E2F056-E51E-43D6-9EBB-358A4C0B591E}" srcOrd="2" destOrd="0" presId="urn:microsoft.com/office/officeart/2005/8/layout/vList5"/>
    <dgm:cxn modelId="{0588F8E8-F13D-40F0-8223-F610A087E7EA}" type="presParOf" srcId="{36E2F056-E51E-43D6-9EBB-358A4C0B591E}" destId="{F78683C0-C739-45D9-8790-9FB7E90A7E5E}" srcOrd="0" destOrd="0" presId="urn:microsoft.com/office/officeart/2005/8/layout/vList5"/>
    <dgm:cxn modelId="{40E7EB9D-3C2C-44E4-BD1D-FCD0692C35B5}" type="presParOf" srcId="{36E2F056-E51E-43D6-9EBB-358A4C0B591E}" destId="{E2B8BDF0-1D83-48D0-B87F-F4F82F018DBD}" srcOrd="1" destOrd="0" presId="urn:microsoft.com/office/officeart/2005/8/layout/vList5"/>
    <dgm:cxn modelId="{03290D5E-7C39-4A66-BEF0-85511803D493}" type="presParOf" srcId="{E20A16E2-660A-42A1-B7B0-B474E43F4EF6}" destId="{F8537E0D-ADBA-4320-94A0-79368EF8E24C}" srcOrd="3" destOrd="0" presId="urn:microsoft.com/office/officeart/2005/8/layout/vList5"/>
    <dgm:cxn modelId="{704C0D16-FFB0-48FF-A6D1-EE7FA31CA943}" type="presParOf" srcId="{E20A16E2-660A-42A1-B7B0-B474E43F4EF6}" destId="{0916524E-BF1F-4C51-AC20-542C908DD919}" srcOrd="4" destOrd="0" presId="urn:microsoft.com/office/officeart/2005/8/layout/vList5"/>
    <dgm:cxn modelId="{7B879B89-09D4-4D8D-8EF0-BB0957AAFD4A}" type="presParOf" srcId="{0916524E-BF1F-4C51-AC20-542C908DD919}" destId="{5C1FA7C8-A2BF-4B22-BDE1-10B283D75F8A}" srcOrd="0" destOrd="0" presId="urn:microsoft.com/office/officeart/2005/8/layout/vList5"/>
    <dgm:cxn modelId="{4FB4DEF7-7FFA-452E-9B11-7A70DA0F1724}" type="presParOf" srcId="{0916524E-BF1F-4C51-AC20-542C908DD919}" destId="{FE79ECD3-EF38-4E5F-B024-25DAE522FCB6}" srcOrd="1" destOrd="0" presId="urn:microsoft.com/office/officeart/2005/8/layout/vList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9D594-AE8C-4492-92F8-9F10A6000CE0}">
      <dsp:nvSpPr>
        <dsp:cNvPr id="0" name=""/>
        <dsp:cNvSpPr/>
      </dsp:nvSpPr>
      <dsp:spPr>
        <a:xfrm>
          <a:off x="702065" y="874"/>
          <a:ext cx="1022941" cy="10229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7563B7-98EE-45DF-B12D-426EF8F3015C}">
      <dsp:nvSpPr>
        <dsp:cNvPr id="0" name=""/>
        <dsp:cNvSpPr/>
      </dsp:nvSpPr>
      <dsp:spPr>
        <a:xfrm>
          <a:off x="920069" y="218878"/>
          <a:ext cx="586933" cy="5869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5EEAC4-331E-4259-9D4B-5C1A7DF8B8BF}">
      <dsp:nvSpPr>
        <dsp:cNvPr id="0" name=""/>
        <dsp:cNvSpPr/>
      </dsp:nvSpPr>
      <dsp:spPr>
        <a:xfrm>
          <a:off x="375060" y="1342436"/>
          <a:ext cx="1676953" cy="1650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b="1" kern="1200" dirty="0"/>
            <a:t>Day 1  </a:t>
          </a:r>
          <a:r>
            <a:rPr lang="en-US" sz="1600" b="0" kern="1200" dirty="0"/>
            <a:t>Onboarding Process</a:t>
          </a:r>
        </a:p>
      </dsp:txBody>
      <dsp:txXfrm>
        <a:off x="375060" y="1342436"/>
        <a:ext cx="1676953" cy="1650750"/>
      </dsp:txXfrm>
    </dsp:sp>
    <dsp:sp modelId="{FF2865C8-6325-495B-8AA1-D0B4A2D0B691}">
      <dsp:nvSpPr>
        <dsp:cNvPr id="0" name=""/>
        <dsp:cNvSpPr/>
      </dsp:nvSpPr>
      <dsp:spPr>
        <a:xfrm>
          <a:off x="2672485" y="874"/>
          <a:ext cx="1022941" cy="1022941"/>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968944-7F26-46EE-98FE-D093F84C4297}">
      <dsp:nvSpPr>
        <dsp:cNvPr id="0" name=""/>
        <dsp:cNvSpPr/>
      </dsp:nvSpPr>
      <dsp:spPr>
        <a:xfrm>
          <a:off x="2890489" y="218878"/>
          <a:ext cx="586933" cy="5869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E0A40A-C8BC-4BA1-AF1E-692A2F6686FC}">
      <dsp:nvSpPr>
        <dsp:cNvPr id="0" name=""/>
        <dsp:cNvSpPr/>
      </dsp:nvSpPr>
      <dsp:spPr>
        <a:xfrm>
          <a:off x="2345479" y="1342436"/>
          <a:ext cx="1676953" cy="1650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b="1" kern="1200" dirty="0"/>
            <a:t>Day 2 </a:t>
          </a:r>
        </a:p>
        <a:p>
          <a:pPr marL="0" lvl="0" indent="0" algn="ctr" defTabSz="889000">
            <a:lnSpc>
              <a:spcPct val="100000"/>
            </a:lnSpc>
            <a:spcBef>
              <a:spcPct val="0"/>
            </a:spcBef>
            <a:spcAft>
              <a:spcPct val="35000"/>
            </a:spcAft>
            <a:buNone/>
            <a:defRPr cap="all"/>
          </a:pPr>
          <a:r>
            <a:rPr lang="en-US" sz="1600" b="0" kern="1200" dirty="0"/>
            <a:t>Know Your Customer and Hexaware </a:t>
          </a:r>
        </a:p>
        <a:p>
          <a:pPr marL="0" lvl="0" indent="0" algn="ctr" defTabSz="889000">
            <a:lnSpc>
              <a:spcPct val="100000"/>
            </a:lnSpc>
            <a:spcBef>
              <a:spcPct val="0"/>
            </a:spcBef>
            <a:spcAft>
              <a:spcPct val="35000"/>
            </a:spcAft>
            <a:buNone/>
            <a:defRPr cap="all"/>
          </a:pPr>
          <a:r>
            <a:rPr lang="en-US" sz="1600" b="0" kern="1200" dirty="0"/>
            <a:t>SQL Refresh and Quiz and </a:t>
          </a:r>
        </a:p>
      </dsp:txBody>
      <dsp:txXfrm>
        <a:off x="2345479" y="1342436"/>
        <a:ext cx="1676953" cy="1650750"/>
      </dsp:txXfrm>
    </dsp:sp>
    <dsp:sp modelId="{DFC51254-19F7-4C6F-9AE1-61824B893C47}">
      <dsp:nvSpPr>
        <dsp:cNvPr id="0" name=""/>
        <dsp:cNvSpPr/>
      </dsp:nvSpPr>
      <dsp:spPr>
        <a:xfrm>
          <a:off x="4642905" y="874"/>
          <a:ext cx="1022941" cy="1022941"/>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7E5DAA-C5FD-4B11-9E0B-DD3FDE4C0CE9}">
      <dsp:nvSpPr>
        <dsp:cNvPr id="0" name=""/>
        <dsp:cNvSpPr/>
      </dsp:nvSpPr>
      <dsp:spPr>
        <a:xfrm>
          <a:off x="4860909" y="218878"/>
          <a:ext cx="586933" cy="5869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200948-CD64-45FC-B315-E7DFA3B29345}">
      <dsp:nvSpPr>
        <dsp:cNvPr id="0" name=""/>
        <dsp:cNvSpPr/>
      </dsp:nvSpPr>
      <dsp:spPr>
        <a:xfrm>
          <a:off x="4315899" y="1342436"/>
          <a:ext cx="1676953" cy="1650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b="1" kern="1200" dirty="0"/>
            <a:t>Day 3  </a:t>
          </a:r>
          <a:r>
            <a:rPr lang="en-US" sz="1600" kern="1200" dirty="0"/>
            <a:t>Snowflake Refresh </a:t>
          </a:r>
        </a:p>
        <a:p>
          <a:pPr marL="0" lvl="0" indent="0" algn="ctr" defTabSz="889000">
            <a:lnSpc>
              <a:spcPct val="100000"/>
            </a:lnSpc>
            <a:spcBef>
              <a:spcPct val="0"/>
            </a:spcBef>
            <a:spcAft>
              <a:spcPct val="35000"/>
            </a:spcAft>
            <a:buNone/>
            <a:defRPr cap="all"/>
          </a:pPr>
          <a:r>
            <a:rPr lang="en-US" sz="1600" kern="1200" dirty="0"/>
            <a:t>and Quiz(One Week Of Time)</a:t>
          </a:r>
        </a:p>
      </dsp:txBody>
      <dsp:txXfrm>
        <a:off x="4315899" y="1342436"/>
        <a:ext cx="1676953" cy="1650750"/>
      </dsp:txXfrm>
    </dsp:sp>
    <dsp:sp modelId="{9CB890F7-8F03-45DD-B16F-0987D5556A88}">
      <dsp:nvSpPr>
        <dsp:cNvPr id="0" name=""/>
        <dsp:cNvSpPr/>
      </dsp:nvSpPr>
      <dsp:spPr>
        <a:xfrm>
          <a:off x="702065" y="3412425"/>
          <a:ext cx="1022941" cy="1022941"/>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C06EA2-E644-4ABC-BE4F-427BAB45A6DE}">
      <dsp:nvSpPr>
        <dsp:cNvPr id="0" name=""/>
        <dsp:cNvSpPr/>
      </dsp:nvSpPr>
      <dsp:spPr>
        <a:xfrm>
          <a:off x="920069" y="3630429"/>
          <a:ext cx="586933" cy="58693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BD1D5EF-43FA-4F34-AD40-038E3C662FAA}">
      <dsp:nvSpPr>
        <dsp:cNvPr id="0" name=""/>
        <dsp:cNvSpPr/>
      </dsp:nvSpPr>
      <dsp:spPr>
        <a:xfrm>
          <a:off x="375060" y="4753988"/>
          <a:ext cx="1676953" cy="1650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b="1" kern="1200" dirty="0"/>
            <a:t>Day 4 </a:t>
          </a:r>
        </a:p>
        <a:p>
          <a:pPr marL="0" lvl="0" indent="0" algn="ctr" defTabSz="889000">
            <a:lnSpc>
              <a:spcPct val="100000"/>
            </a:lnSpc>
            <a:spcBef>
              <a:spcPct val="0"/>
            </a:spcBef>
            <a:spcAft>
              <a:spcPct val="35000"/>
            </a:spcAft>
            <a:buNone/>
            <a:defRPr cap="all"/>
          </a:pPr>
          <a:r>
            <a:rPr lang="en-US" sz="2000" kern="1200" dirty="0"/>
            <a:t> </a:t>
          </a:r>
          <a:r>
            <a:rPr lang="en-US" sz="1600" kern="1200" dirty="0"/>
            <a:t>ETL Patterns (For ETL Developers</a:t>
          </a:r>
          <a:r>
            <a:rPr lang="en-US" sz="2000" kern="1200" dirty="0"/>
            <a:t>)</a:t>
          </a:r>
        </a:p>
      </dsp:txBody>
      <dsp:txXfrm>
        <a:off x="375060" y="4753988"/>
        <a:ext cx="1676953" cy="1650750"/>
      </dsp:txXfrm>
    </dsp:sp>
    <dsp:sp modelId="{80AF4F87-C997-41B7-BB5E-093EB4FE0237}">
      <dsp:nvSpPr>
        <dsp:cNvPr id="0" name=""/>
        <dsp:cNvSpPr/>
      </dsp:nvSpPr>
      <dsp:spPr>
        <a:xfrm>
          <a:off x="2672485" y="3412425"/>
          <a:ext cx="1022941" cy="1022941"/>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469287E-E238-43E6-8CC8-E1A5F1F88DFC}">
      <dsp:nvSpPr>
        <dsp:cNvPr id="0" name=""/>
        <dsp:cNvSpPr/>
      </dsp:nvSpPr>
      <dsp:spPr>
        <a:xfrm>
          <a:off x="2890489" y="3630429"/>
          <a:ext cx="586933" cy="586933"/>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24DDCB-3A91-46B9-A8E9-E24F0BAB5DA6}">
      <dsp:nvSpPr>
        <dsp:cNvPr id="0" name=""/>
        <dsp:cNvSpPr/>
      </dsp:nvSpPr>
      <dsp:spPr>
        <a:xfrm>
          <a:off x="2345479" y="4753988"/>
          <a:ext cx="1676953" cy="1650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b="1" kern="1200" dirty="0"/>
            <a:t>Day 5 </a:t>
          </a:r>
          <a:r>
            <a:rPr lang="en-US" sz="2000" kern="1200" dirty="0"/>
            <a:t> </a:t>
          </a:r>
          <a:r>
            <a:rPr lang="en-US" sz="1600" kern="1200" dirty="0"/>
            <a:t>Reporting</a:t>
          </a:r>
        </a:p>
        <a:p>
          <a:pPr marL="0" lvl="0" indent="0" algn="ctr" defTabSz="889000">
            <a:lnSpc>
              <a:spcPct val="100000"/>
            </a:lnSpc>
            <a:spcBef>
              <a:spcPct val="0"/>
            </a:spcBef>
            <a:spcAft>
              <a:spcPct val="35000"/>
            </a:spcAft>
            <a:buNone/>
            <a:defRPr cap="all"/>
          </a:pPr>
          <a:r>
            <a:rPr lang="en-US" sz="1600" kern="1200" dirty="0"/>
            <a:t>-Power BI</a:t>
          </a:r>
        </a:p>
        <a:p>
          <a:pPr marL="0" lvl="0" indent="0" algn="ctr" defTabSz="889000">
            <a:lnSpc>
              <a:spcPct val="100000"/>
            </a:lnSpc>
            <a:spcBef>
              <a:spcPct val="0"/>
            </a:spcBef>
            <a:spcAft>
              <a:spcPct val="35000"/>
            </a:spcAft>
            <a:buNone/>
            <a:defRPr cap="all"/>
          </a:pPr>
          <a:r>
            <a:rPr lang="en-US" sz="1600" kern="1200" dirty="0"/>
            <a:t>Refresh </a:t>
          </a:r>
        </a:p>
      </dsp:txBody>
      <dsp:txXfrm>
        <a:off x="2345479" y="4753988"/>
        <a:ext cx="1676953" cy="1650750"/>
      </dsp:txXfrm>
    </dsp:sp>
    <dsp:sp modelId="{46A0C666-E1E0-45E0-8FB1-985848FBF820}">
      <dsp:nvSpPr>
        <dsp:cNvPr id="0" name=""/>
        <dsp:cNvSpPr/>
      </dsp:nvSpPr>
      <dsp:spPr>
        <a:xfrm>
          <a:off x="4642905" y="3412425"/>
          <a:ext cx="1022941" cy="1022941"/>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A143C5D-75ED-4035-96B9-DEAD19944AD7}">
      <dsp:nvSpPr>
        <dsp:cNvPr id="0" name=""/>
        <dsp:cNvSpPr/>
      </dsp:nvSpPr>
      <dsp:spPr>
        <a:xfrm>
          <a:off x="4860909" y="3630429"/>
          <a:ext cx="586933" cy="586933"/>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67A53B-4435-45E9-A6A7-D234A8718F86}">
      <dsp:nvSpPr>
        <dsp:cNvPr id="0" name=""/>
        <dsp:cNvSpPr/>
      </dsp:nvSpPr>
      <dsp:spPr>
        <a:xfrm>
          <a:off x="4315899" y="4753988"/>
          <a:ext cx="1676953" cy="16507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dirty="0"/>
            <a:t>After a week</a:t>
          </a:r>
        </a:p>
        <a:p>
          <a:pPr marL="0" lvl="0" indent="0" algn="ctr" defTabSz="711200">
            <a:lnSpc>
              <a:spcPct val="100000"/>
            </a:lnSpc>
            <a:spcBef>
              <a:spcPct val="0"/>
            </a:spcBef>
            <a:spcAft>
              <a:spcPct val="35000"/>
            </a:spcAft>
            <a:buNone/>
            <a:defRPr cap="all"/>
          </a:pPr>
          <a:r>
            <a:rPr lang="en-US" sz="1600" kern="1200" dirty="0"/>
            <a:t> Project Specific KT by respective Teams</a:t>
          </a:r>
        </a:p>
      </dsp:txBody>
      <dsp:txXfrm>
        <a:off x="4315899" y="4753988"/>
        <a:ext cx="1676953" cy="16507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444A8-0567-4D4C-A29C-E771378D47BF}">
      <dsp:nvSpPr>
        <dsp:cNvPr id="0" name=""/>
        <dsp:cNvSpPr/>
      </dsp:nvSpPr>
      <dsp:spPr>
        <a:xfrm rot="5400000">
          <a:off x="6936768" y="-2885015"/>
          <a:ext cx="1414177" cy="7189051"/>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a:t>Prasath will initiate the email with new joiner and get the details.</a:t>
          </a:r>
          <a:endParaRPr lang="en-US" sz="2000" kern="1200" dirty="0"/>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a:t>Arivu or Respective lead will send an email to client for ID creation Process.</a:t>
          </a:r>
          <a:endParaRPr lang="en-US" sz="2000" kern="1200" dirty="0"/>
        </a:p>
      </dsp:txBody>
      <dsp:txXfrm rot="-5400000">
        <a:off x="4049331" y="71456"/>
        <a:ext cx="7120017" cy="1276109"/>
      </dsp:txXfrm>
    </dsp:sp>
    <dsp:sp modelId="{B6FC6571-C65C-4CCE-A135-660B60A0BAB7}">
      <dsp:nvSpPr>
        <dsp:cNvPr id="0" name=""/>
        <dsp:cNvSpPr/>
      </dsp:nvSpPr>
      <dsp:spPr>
        <a:xfrm>
          <a:off x="5490" y="3652"/>
          <a:ext cx="4043841" cy="141171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ID Creation</a:t>
          </a:r>
          <a:endParaRPr lang="en-US" sz="2400" b="1" kern="1200" dirty="0"/>
        </a:p>
      </dsp:txBody>
      <dsp:txXfrm>
        <a:off x="74404" y="72566"/>
        <a:ext cx="3906013" cy="1273887"/>
      </dsp:txXfrm>
    </dsp:sp>
    <dsp:sp modelId="{E2B8BDF0-1D83-48D0-B87F-F4F82F018DBD}">
      <dsp:nvSpPr>
        <dsp:cNvPr id="0" name=""/>
        <dsp:cNvSpPr/>
      </dsp:nvSpPr>
      <dsp:spPr>
        <a:xfrm rot="5400000">
          <a:off x="6652014" y="-1115498"/>
          <a:ext cx="1983685" cy="7189051"/>
        </a:xfrm>
        <a:prstGeom prst="round2SameRect">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a:t>Once ID is created. Prasath/Lead will raise pwd reset and WVD access</a:t>
          </a:r>
          <a:endParaRPr lang="en-US" sz="2000" kern="1200" dirty="0"/>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a:t>Respective leads should schedule a call with David Gill to reset the pwd and identity verification</a:t>
          </a:r>
          <a:endParaRPr lang="en-US" sz="2000" kern="1200" dirty="0"/>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a:t>Leads/Peers need to raise all relevant access to the new joiner</a:t>
          </a:r>
          <a:endParaRPr lang="en-US" sz="2000" kern="1200" dirty="0"/>
        </a:p>
      </dsp:txBody>
      <dsp:txXfrm rot="-5400000">
        <a:off x="4049331" y="1584021"/>
        <a:ext cx="7092215" cy="1790013"/>
      </dsp:txXfrm>
    </dsp:sp>
    <dsp:sp modelId="{F78683C0-C739-45D9-8790-9FB7E90A7E5E}">
      <dsp:nvSpPr>
        <dsp:cNvPr id="0" name=""/>
        <dsp:cNvSpPr/>
      </dsp:nvSpPr>
      <dsp:spPr>
        <a:xfrm>
          <a:off x="26" y="2011312"/>
          <a:ext cx="4043841" cy="1411715"/>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Password Reset And Access Request</a:t>
          </a:r>
          <a:endParaRPr lang="en-US" sz="2400" b="1" kern="1200" dirty="0"/>
        </a:p>
      </dsp:txBody>
      <dsp:txXfrm>
        <a:off x="68940" y="2080226"/>
        <a:ext cx="3906013" cy="1273887"/>
      </dsp:txXfrm>
    </dsp:sp>
    <dsp:sp modelId="{FE79ECD3-EF38-4E5F-B024-25DAE522FCB6}">
      <dsp:nvSpPr>
        <dsp:cNvPr id="0" name=""/>
        <dsp:cNvSpPr/>
      </dsp:nvSpPr>
      <dsp:spPr>
        <a:xfrm rot="5400000">
          <a:off x="6391535" y="1199251"/>
          <a:ext cx="2504642" cy="7189051"/>
        </a:xfrm>
        <a:prstGeom prst="round2Same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a:t>After onboarding new joiner need to sign FMI NDA Forms and Details for the Client Documentation. Prasath will send an email to the new joiners and follow up and close. </a:t>
          </a:r>
          <a:endParaRPr lang="en-US" sz="2000" kern="1200" dirty="0"/>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a:t>New joiner need to complete all Mandatory Courses in Hexaguru and </a:t>
          </a:r>
          <a:r>
            <a:rPr lang="en-US" sz="2000" b="1" kern="1200"/>
            <a:t>Share ISDP Certificate to Prasath</a:t>
          </a:r>
          <a:r>
            <a:rPr lang="en-US" sz="2000" kern="1200"/>
            <a:t>.</a:t>
          </a:r>
          <a:endParaRPr lang="en-US" sz="2000" kern="1200" dirty="0"/>
        </a:p>
        <a:p>
          <a:pPr marL="171450" lvl="1" indent="-171450" algn="l" defTabSz="711200">
            <a:lnSpc>
              <a:spcPct val="90000"/>
            </a:lnSpc>
            <a:spcBef>
              <a:spcPct val="0"/>
            </a:spcBef>
            <a:spcAft>
              <a:spcPct val="15000"/>
            </a:spcAft>
            <a:buFont typeface="Wingdings" panose="05000000000000000000" pitchFamily="2" charset="2"/>
            <a:buChar char="Ø"/>
          </a:pPr>
          <a:r>
            <a:rPr lang="en-US" sz="1600" kern="1200"/>
            <a:t>Click on the direct Link : </a:t>
          </a:r>
          <a:r>
            <a:rPr lang="en-US" sz="1600" kern="1200">
              <a:hlinkClick xmlns:r="http://schemas.openxmlformats.org/officeDocument/2006/relationships" r:id="rId1" tooltip="https://apc01.safelinks.protection.outlook.com/?url=https%3a%2f%2fhexaware.sumtotal.host%2fcore%2fpillarredirect%3frelyingparty%3dlm%26lang%3den-us%26url%3dapp%2fmanagement%2flms_actdetails.aspx%253factivityid%253d123838%2526usermode%253d0&amp;data=05%7c02%7cwilsonm%40hexaware.com%7cdf7afd7895154156bdf508de25b009eb%7c7c0c36f5af834c2488449962e0163719%7c0%7c0%7c638989635198160599%7cunknown%7ctwfpbgzsb3d8eyjfbxb0eu1hcgkionrydwusilyioiiwljaumdawmcisilaioijxaw4zmiisikfoijoitwfpbcisilduijoyfq%3d%3d%7c0%7c%7c%7c&amp;sdata=nc4elhg6moky7iscdy%2fgkcekq%2fdkcdsibbimlfu5n2i%3d&amp;reserved=0"/>
            </a:rPr>
            <a:t>https://hexaware.sumtotal.host/core/pillarRedirect?relyingParty=LM&amp;lang=en-us&amp;url=app/manag…</a:t>
          </a:r>
          <a:endParaRPr lang="en-US" sz="1600" kern="1200" dirty="0"/>
        </a:p>
      </dsp:txBody>
      <dsp:txXfrm rot="-5400000">
        <a:off x="4049331" y="3663723"/>
        <a:ext cx="7066784" cy="2260108"/>
      </dsp:txXfrm>
    </dsp:sp>
    <dsp:sp modelId="{5C1FA7C8-A2BF-4B22-BDE1-10B283D75F8A}">
      <dsp:nvSpPr>
        <dsp:cNvPr id="0" name=""/>
        <dsp:cNvSpPr/>
      </dsp:nvSpPr>
      <dsp:spPr>
        <a:xfrm>
          <a:off x="26" y="3885790"/>
          <a:ext cx="4043841" cy="141171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Mandatory Documents   </a:t>
          </a:r>
        </a:p>
        <a:p>
          <a:pPr marL="0" lvl="0" indent="0" algn="ctr" defTabSz="1066800">
            <a:lnSpc>
              <a:spcPct val="90000"/>
            </a:lnSpc>
            <a:spcBef>
              <a:spcPct val="0"/>
            </a:spcBef>
            <a:spcAft>
              <a:spcPct val="35000"/>
            </a:spcAft>
            <a:buNone/>
          </a:pPr>
          <a:r>
            <a:rPr lang="en-US" sz="2400" b="1" kern="1200"/>
            <a:t>And Courses</a:t>
          </a:r>
          <a:endParaRPr lang="en-US" sz="2400" b="1" kern="1200" dirty="0"/>
        </a:p>
      </dsp:txBody>
      <dsp:txXfrm>
        <a:off x="68940" y="3954704"/>
        <a:ext cx="3906013" cy="127388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444A8-0567-4D4C-A29C-E771378D47BF}">
      <dsp:nvSpPr>
        <dsp:cNvPr id="0" name=""/>
        <dsp:cNvSpPr/>
      </dsp:nvSpPr>
      <dsp:spPr>
        <a:xfrm rot="5400000">
          <a:off x="6936768" y="-2885015"/>
          <a:ext cx="1414177" cy="7189051"/>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Please go through Documents present the “</a:t>
          </a:r>
          <a:r>
            <a:rPr lang="en-US" sz="2000" b="1" kern="1200" dirty="0"/>
            <a:t>KNOW YOUR CUSTOMER FOLDER”</a:t>
          </a:r>
        </a:p>
        <a:p>
          <a:pPr marL="228600" lvl="1" indent="-228600" algn="l" defTabSz="889000">
            <a:lnSpc>
              <a:spcPct val="90000"/>
            </a:lnSpc>
            <a:spcBef>
              <a:spcPct val="0"/>
            </a:spcBef>
            <a:spcAft>
              <a:spcPct val="15000"/>
            </a:spcAft>
            <a:buFont typeface="Wingdings" panose="05000000000000000000" pitchFamily="2" charset="2"/>
            <a:buNone/>
          </a:pPr>
          <a:endParaRPr lang="en-US" sz="2000" b="1" kern="1200" dirty="0"/>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Watch FMI mining process videos and understand how mining working . </a:t>
          </a:r>
          <a:r>
            <a:rPr lang="en-US" sz="2000" kern="1200" dirty="0">
              <a:hlinkClick xmlns:r="http://schemas.openxmlformats.org/officeDocument/2006/relationships" r:id="rId1"/>
            </a:rPr>
            <a:t>Freeport - YouTube</a:t>
          </a:r>
          <a:endParaRPr lang="en-US" sz="2000" kern="1200" dirty="0"/>
        </a:p>
      </dsp:txBody>
      <dsp:txXfrm rot="-5400000">
        <a:off x="4049331" y="71456"/>
        <a:ext cx="7120017" cy="1276109"/>
      </dsp:txXfrm>
    </dsp:sp>
    <dsp:sp modelId="{B6FC6571-C65C-4CCE-A135-660B60A0BAB7}">
      <dsp:nvSpPr>
        <dsp:cNvPr id="0" name=""/>
        <dsp:cNvSpPr/>
      </dsp:nvSpPr>
      <dsp:spPr>
        <a:xfrm>
          <a:off x="5490" y="3652"/>
          <a:ext cx="4043841" cy="141171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Know Your Customer and Business</a:t>
          </a:r>
        </a:p>
      </dsp:txBody>
      <dsp:txXfrm>
        <a:off x="74404" y="72566"/>
        <a:ext cx="3906013" cy="1273887"/>
      </dsp:txXfrm>
    </dsp:sp>
    <dsp:sp modelId="{E2B8BDF0-1D83-48D0-B87F-F4F82F018DBD}">
      <dsp:nvSpPr>
        <dsp:cNvPr id="0" name=""/>
        <dsp:cNvSpPr/>
      </dsp:nvSpPr>
      <dsp:spPr>
        <a:xfrm rot="5400000">
          <a:off x="6652014" y="-1115498"/>
          <a:ext cx="1983685" cy="7189051"/>
        </a:xfrm>
        <a:prstGeom prst="round2SameRect">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Understand What Hexaware doing with FMI. Connect with Respective Leads and Understand the process.</a:t>
          </a:r>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What Technology stacks and How Hexaware doing business with FMI for the Last 17 years</a:t>
          </a:r>
        </a:p>
      </dsp:txBody>
      <dsp:txXfrm rot="-5400000">
        <a:off x="4049331" y="1584021"/>
        <a:ext cx="7092215" cy="1790013"/>
      </dsp:txXfrm>
    </dsp:sp>
    <dsp:sp modelId="{F78683C0-C739-45D9-8790-9FB7E90A7E5E}">
      <dsp:nvSpPr>
        <dsp:cNvPr id="0" name=""/>
        <dsp:cNvSpPr/>
      </dsp:nvSpPr>
      <dsp:spPr>
        <a:xfrm>
          <a:off x="26" y="2011312"/>
          <a:ext cx="4043841" cy="1411715"/>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What Hexaware Doing With FMI</a:t>
          </a:r>
        </a:p>
      </dsp:txBody>
      <dsp:txXfrm>
        <a:off x="68940" y="2080226"/>
        <a:ext cx="3906013" cy="1273887"/>
      </dsp:txXfrm>
    </dsp:sp>
    <dsp:sp modelId="{FE79ECD3-EF38-4E5F-B024-25DAE522FCB6}">
      <dsp:nvSpPr>
        <dsp:cNvPr id="0" name=""/>
        <dsp:cNvSpPr/>
      </dsp:nvSpPr>
      <dsp:spPr>
        <a:xfrm rot="5400000">
          <a:off x="6391535" y="1199251"/>
          <a:ext cx="2504642" cy="7189051"/>
        </a:xfrm>
        <a:prstGeom prst="round2Same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Refresh Basic SQL to Advanced SQL concepts in very detail manner.</a:t>
          </a:r>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Refer the Documents present in the </a:t>
          </a:r>
          <a:r>
            <a:rPr lang="en-US" sz="2000" b="1" kern="1200" dirty="0"/>
            <a:t>“SQL TRAINING FOLDER”</a:t>
          </a:r>
        </a:p>
      </dsp:txBody>
      <dsp:txXfrm rot="-5400000">
        <a:off x="4049331" y="3663723"/>
        <a:ext cx="7066784" cy="2260108"/>
      </dsp:txXfrm>
    </dsp:sp>
    <dsp:sp modelId="{5C1FA7C8-A2BF-4B22-BDE1-10B283D75F8A}">
      <dsp:nvSpPr>
        <dsp:cNvPr id="0" name=""/>
        <dsp:cNvSpPr/>
      </dsp:nvSpPr>
      <dsp:spPr>
        <a:xfrm>
          <a:off x="26" y="3885790"/>
          <a:ext cx="4043841" cy="141171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SQL Training and Refresh </a:t>
          </a:r>
        </a:p>
      </dsp:txBody>
      <dsp:txXfrm>
        <a:off x="68940" y="3954704"/>
        <a:ext cx="3906013" cy="12738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444A8-0567-4D4C-A29C-E771378D47BF}">
      <dsp:nvSpPr>
        <dsp:cNvPr id="0" name=""/>
        <dsp:cNvSpPr/>
      </dsp:nvSpPr>
      <dsp:spPr>
        <a:xfrm rot="5400000">
          <a:off x="6936768" y="-2885015"/>
          <a:ext cx="1414177" cy="7189051"/>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Continue your SQL refresh and Attend Quiz without any help of ChatGPT or Google. And See where you are!</a:t>
          </a:r>
          <a:endParaRPr lang="en-US" sz="2000" b="1" kern="1200" dirty="0"/>
        </a:p>
      </dsp:txBody>
      <dsp:txXfrm rot="-5400000">
        <a:off x="4049331" y="71456"/>
        <a:ext cx="7120017" cy="1276109"/>
      </dsp:txXfrm>
    </dsp:sp>
    <dsp:sp modelId="{B6FC6571-C65C-4CCE-A135-660B60A0BAB7}">
      <dsp:nvSpPr>
        <dsp:cNvPr id="0" name=""/>
        <dsp:cNvSpPr/>
      </dsp:nvSpPr>
      <dsp:spPr>
        <a:xfrm>
          <a:off x="5490" y="3652"/>
          <a:ext cx="4043841" cy="141171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SQL Training and Refresh </a:t>
          </a:r>
        </a:p>
      </dsp:txBody>
      <dsp:txXfrm>
        <a:off x="74404" y="72566"/>
        <a:ext cx="3906013" cy="1273887"/>
      </dsp:txXfrm>
    </dsp:sp>
    <dsp:sp modelId="{E2B8BDF0-1D83-48D0-B87F-F4F82F018DBD}">
      <dsp:nvSpPr>
        <dsp:cNvPr id="0" name=""/>
        <dsp:cNvSpPr/>
      </dsp:nvSpPr>
      <dsp:spPr>
        <a:xfrm rot="5400000">
          <a:off x="6652014" y="-1115498"/>
          <a:ext cx="1983685" cy="7189051"/>
        </a:xfrm>
        <a:prstGeom prst="round2SameRect">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b="1" kern="1200" dirty="0"/>
            <a:t>Snowflake Complete Guide 1 </a:t>
          </a:r>
          <a:r>
            <a:rPr lang="en-US" sz="2000" kern="1200" dirty="0"/>
            <a:t>Material(Basic’s)</a:t>
          </a:r>
        </a:p>
        <a:p>
          <a:pPr marL="228600" lvl="1" indent="-228600" algn="l" defTabSz="889000">
            <a:lnSpc>
              <a:spcPct val="90000"/>
            </a:lnSpc>
            <a:spcBef>
              <a:spcPct val="0"/>
            </a:spcBef>
            <a:spcAft>
              <a:spcPct val="15000"/>
            </a:spcAft>
            <a:buFont typeface="Wingdings" panose="05000000000000000000" pitchFamily="2" charset="2"/>
            <a:buChar char="Ø"/>
          </a:pPr>
          <a:r>
            <a:rPr lang="en-US" sz="2000" b="1" kern="1200" dirty="0"/>
            <a:t>Snowflake Complete Guide 2 </a:t>
          </a:r>
          <a:r>
            <a:rPr lang="en-US" sz="2000" kern="1200" dirty="0"/>
            <a:t>Material(Advanced Concepts)</a:t>
          </a:r>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Learn how we need to effectively use the Snowflake</a:t>
          </a:r>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Spend week time to understand completely about Snowflake </a:t>
          </a:r>
        </a:p>
      </dsp:txBody>
      <dsp:txXfrm rot="-5400000">
        <a:off x="4049331" y="1584021"/>
        <a:ext cx="7092215" cy="1790013"/>
      </dsp:txXfrm>
    </dsp:sp>
    <dsp:sp modelId="{F78683C0-C739-45D9-8790-9FB7E90A7E5E}">
      <dsp:nvSpPr>
        <dsp:cNvPr id="0" name=""/>
        <dsp:cNvSpPr/>
      </dsp:nvSpPr>
      <dsp:spPr>
        <a:xfrm>
          <a:off x="26" y="2011312"/>
          <a:ext cx="4043841" cy="1411715"/>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Snowflake Basic AND Advanced Concepts </a:t>
          </a:r>
        </a:p>
      </dsp:txBody>
      <dsp:txXfrm>
        <a:off x="68940" y="2080226"/>
        <a:ext cx="3906013" cy="1273887"/>
      </dsp:txXfrm>
    </dsp:sp>
    <dsp:sp modelId="{FE79ECD3-EF38-4E5F-B024-25DAE522FCB6}">
      <dsp:nvSpPr>
        <dsp:cNvPr id="0" name=""/>
        <dsp:cNvSpPr/>
      </dsp:nvSpPr>
      <dsp:spPr>
        <a:xfrm rot="5400000">
          <a:off x="6391535" y="1199251"/>
          <a:ext cx="2504642" cy="7189051"/>
        </a:xfrm>
        <a:prstGeom prst="round2Same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All ETL Developers Complete the </a:t>
          </a:r>
          <a:r>
            <a:rPr lang="en-US" sz="2000" kern="1200" dirty="0" err="1"/>
            <a:t>Snowpro</a:t>
          </a:r>
          <a:r>
            <a:rPr lang="en-US" sz="2000" kern="1200" dirty="0"/>
            <a:t> Core Certification with out fail.</a:t>
          </a:r>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Refer the </a:t>
          </a:r>
          <a:r>
            <a:rPr lang="en-US" sz="2000" b="1" kern="1200" dirty="0"/>
            <a:t>“SNOWPRO  CORE CERTIFICATION GUIDE” </a:t>
          </a:r>
        </a:p>
      </dsp:txBody>
      <dsp:txXfrm rot="-5400000">
        <a:off x="4049331" y="3663723"/>
        <a:ext cx="7066784" cy="2260108"/>
      </dsp:txXfrm>
    </dsp:sp>
    <dsp:sp modelId="{5C1FA7C8-A2BF-4B22-BDE1-10B283D75F8A}">
      <dsp:nvSpPr>
        <dsp:cNvPr id="0" name=""/>
        <dsp:cNvSpPr/>
      </dsp:nvSpPr>
      <dsp:spPr>
        <a:xfrm>
          <a:off x="26" y="3885790"/>
          <a:ext cx="4043841" cy="141171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err="1"/>
            <a:t>SnowPro</a:t>
          </a:r>
          <a:r>
            <a:rPr lang="en-US" sz="2400" b="1" kern="1200" dirty="0"/>
            <a:t> Core Certification Preparation</a:t>
          </a:r>
        </a:p>
      </dsp:txBody>
      <dsp:txXfrm>
        <a:off x="68940" y="3954704"/>
        <a:ext cx="3906013" cy="127388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444A8-0567-4D4C-A29C-E771378D47BF}">
      <dsp:nvSpPr>
        <dsp:cNvPr id="0" name=""/>
        <dsp:cNvSpPr/>
      </dsp:nvSpPr>
      <dsp:spPr>
        <a:xfrm rot="5400000">
          <a:off x="6936768" y="-2885015"/>
          <a:ext cx="1414177" cy="7189051"/>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solidFill>
                <a:prstClr val="black">
                  <a:hueOff val="0"/>
                  <a:satOff val="0"/>
                  <a:lumOff val="0"/>
                  <a:alphaOff val="0"/>
                </a:prstClr>
              </a:solidFill>
              <a:latin typeface="Aptos" panose="02110004020202020204"/>
              <a:ea typeface="+mn-ea"/>
              <a:cs typeface="+mn-cs"/>
            </a:rPr>
            <a:t>Snowflake Complete Guide 1 Material(Basic’s)</a:t>
          </a:r>
        </a:p>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solidFill>
                <a:prstClr val="black">
                  <a:hueOff val="0"/>
                  <a:satOff val="0"/>
                  <a:lumOff val="0"/>
                  <a:alphaOff val="0"/>
                </a:prstClr>
              </a:solidFill>
              <a:latin typeface="Aptos" panose="02110004020202020204"/>
              <a:ea typeface="+mn-ea"/>
              <a:cs typeface="+mn-cs"/>
            </a:rPr>
            <a:t>Snowflake Complete Guide 2 Material(Advanced Concepts)</a:t>
          </a:r>
        </a:p>
      </dsp:txBody>
      <dsp:txXfrm rot="-5400000">
        <a:off x="4049331" y="71456"/>
        <a:ext cx="7120017" cy="1276109"/>
      </dsp:txXfrm>
    </dsp:sp>
    <dsp:sp modelId="{B6FC6571-C65C-4CCE-A135-660B60A0BAB7}">
      <dsp:nvSpPr>
        <dsp:cNvPr id="0" name=""/>
        <dsp:cNvSpPr/>
      </dsp:nvSpPr>
      <dsp:spPr>
        <a:xfrm>
          <a:off x="5490" y="3652"/>
          <a:ext cx="4043841" cy="141171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Snowflake Basic AND Advanced Concepts </a:t>
          </a:r>
        </a:p>
      </dsp:txBody>
      <dsp:txXfrm>
        <a:off x="74404" y="72566"/>
        <a:ext cx="3906013" cy="1273887"/>
      </dsp:txXfrm>
    </dsp:sp>
    <dsp:sp modelId="{E2B8BDF0-1D83-48D0-B87F-F4F82F018DBD}">
      <dsp:nvSpPr>
        <dsp:cNvPr id="0" name=""/>
        <dsp:cNvSpPr/>
      </dsp:nvSpPr>
      <dsp:spPr>
        <a:xfrm rot="5400000">
          <a:off x="6652014" y="-1115498"/>
          <a:ext cx="1983685" cy="7189051"/>
        </a:xfrm>
        <a:prstGeom prst="round2SameRect">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dirty="0"/>
            <a:t>Learn different types of ETL Patterns used in FMI</a:t>
          </a: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dirty="0"/>
            <a:t> SQL Server Sourcing – FUSE</a:t>
          </a: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dirty="0"/>
            <a:t>API and SharePoint Sourcing  - Using ADF</a:t>
          </a:r>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dirty="0"/>
            <a:t>Real Time Data Sourcing - FCTS</a:t>
          </a:r>
        </a:p>
      </dsp:txBody>
      <dsp:txXfrm rot="-5400000">
        <a:off x="4049331" y="1584021"/>
        <a:ext cx="7092215" cy="1790013"/>
      </dsp:txXfrm>
    </dsp:sp>
    <dsp:sp modelId="{F78683C0-C739-45D9-8790-9FB7E90A7E5E}">
      <dsp:nvSpPr>
        <dsp:cNvPr id="0" name=""/>
        <dsp:cNvSpPr/>
      </dsp:nvSpPr>
      <dsp:spPr>
        <a:xfrm>
          <a:off x="26" y="2011312"/>
          <a:ext cx="4043841" cy="1411715"/>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ETL Patterns</a:t>
          </a:r>
        </a:p>
      </dsp:txBody>
      <dsp:txXfrm>
        <a:off x="68940" y="2080226"/>
        <a:ext cx="3906013" cy="1273887"/>
      </dsp:txXfrm>
    </dsp:sp>
    <dsp:sp modelId="{FE79ECD3-EF38-4E5F-B024-25DAE522FCB6}">
      <dsp:nvSpPr>
        <dsp:cNvPr id="0" name=""/>
        <dsp:cNvSpPr/>
      </dsp:nvSpPr>
      <dsp:spPr>
        <a:xfrm rot="5400000">
          <a:off x="6391535" y="1199251"/>
          <a:ext cx="2504642" cy="7189051"/>
        </a:xfrm>
        <a:prstGeom prst="round2Same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dirty="0"/>
            <a:t>Continue to watch KT session and PPT and documents present in </a:t>
          </a:r>
          <a:r>
            <a:rPr lang="en-US" sz="2000" b="1" kern="1200" dirty="0"/>
            <a:t>“ETL Patterns Folder”</a:t>
          </a:r>
        </a:p>
      </dsp:txBody>
      <dsp:txXfrm rot="-5400000">
        <a:off x="4049331" y="3663723"/>
        <a:ext cx="7066784" cy="2260108"/>
      </dsp:txXfrm>
    </dsp:sp>
    <dsp:sp modelId="{5C1FA7C8-A2BF-4B22-BDE1-10B283D75F8A}">
      <dsp:nvSpPr>
        <dsp:cNvPr id="0" name=""/>
        <dsp:cNvSpPr/>
      </dsp:nvSpPr>
      <dsp:spPr>
        <a:xfrm>
          <a:off x="26" y="3885790"/>
          <a:ext cx="4043841" cy="141171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dirty="0"/>
            <a:t>ETL Patterns </a:t>
          </a:r>
          <a:r>
            <a:rPr lang="en-US" sz="2400" b="1" kern="1200" dirty="0" err="1"/>
            <a:t>Contd</a:t>
          </a:r>
          <a:endParaRPr lang="en-US" sz="2400" b="1" kern="1200" dirty="0"/>
        </a:p>
      </dsp:txBody>
      <dsp:txXfrm>
        <a:off x="68940" y="3954704"/>
        <a:ext cx="3906013" cy="127388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6444A8-0567-4D4C-A29C-E771378D47BF}">
      <dsp:nvSpPr>
        <dsp:cNvPr id="0" name=""/>
        <dsp:cNvSpPr/>
      </dsp:nvSpPr>
      <dsp:spPr>
        <a:xfrm rot="5400000">
          <a:off x="6936768" y="-2885015"/>
          <a:ext cx="1414177" cy="7189051"/>
        </a:xfrm>
        <a:prstGeom prst="round2Same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kern="1200">
              <a:solidFill>
                <a:prstClr val="black">
                  <a:hueOff val="0"/>
                  <a:satOff val="0"/>
                  <a:lumOff val="0"/>
                  <a:alphaOff val="0"/>
                </a:prstClr>
              </a:solidFill>
              <a:latin typeface="Aptos" panose="02110004020202020204"/>
              <a:ea typeface="+mn-ea"/>
              <a:cs typeface="+mn-cs"/>
            </a:rPr>
            <a:t>Understand FMI reporting Landscape an</a:t>
          </a:r>
          <a:endParaRPr lang="en-US" sz="2000" kern="1200" dirty="0">
            <a:solidFill>
              <a:prstClr val="black">
                <a:hueOff val="0"/>
                <a:satOff val="0"/>
                <a:lumOff val="0"/>
                <a:alphaOff val="0"/>
              </a:prstClr>
            </a:solidFill>
            <a:latin typeface="Aptos" panose="02110004020202020204"/>
            <a:ea typeface="+mn-ea"/>
            <a:cs typeface="+mn-cs"/>
          </a:endParaRPr>
        </a:p>
      </dsp:txBody>
      <dsp:txXfrm rot="-5400000">
        <a:off x="4049331" y="71456"/>
        <a:ext cx="7120017" cy="1276109"/>
      </dsp:txXfrm>
    </dsp:sp>
    <dsp:sp modelId="{B6FC6571-C65C-4CCE-A135-660B60A0BAB7}">
      <dsp:nvSpPr>
        <dsp:cNvPr id="0" name=""/>
        <dsp:cNvSpPr/>
      </dsp:nvSpPr>
      <dsp:spPr>
        <a:xfrm>
          <a:off x="5490" y="3652"/>
          <a:ext cx="4043841" cy="1411715"/>
        </a:xfrm>
        <a:prstGeom prst="roundRect">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Understand the Reporting Landscape of FMI </a:t>
          </a:r>
          <a:endParaRPr lang="en-US" sz="2400" b="1" kern="1200" dirty="0"/>
        </a:p>
      </dsp:txBody>
      <dsp:txXfrm>
        <a:off x="74404" y="72566"/>
        <a:ext cx="3906013" cy="1273887"/>
      </dsp:txXfrm>
    </dsp:sp>
    <dsp:sp modelId="{E2B8BDF0-1D83-48D0-B87F-F4F82F018DBD}">
      <dsp:nvSpPr>
        <dsp:cNvPr id="0" name=""/>
        <dsp:cNvSpPr/>
      </dsp:nvSpPr>
      <dsp:spPr>
        <a:xfrm rot="5400000">
          <a:off x="6652014" y="-1115498"/>
          <a:ext cx="1983685" cy="7189051"/>
        </a:xfrm>
        <a:prstGeom prst="round2SameRect">
          <a:avLst/>
        </a:prstGeom>
        <a:solidFill>
          <a:schemeClr val="accent5">
            <a:tint val="40000"/>
            <a:alpha val="90000"/>
            <a:hueOff val="-5972333"/>
            <a:satOff val="1333"/>
            <a:lumOff val="200"/>
            <a:alphaOff val="0"/>
          </a:schemeClr>
        </a:solidFill>
        <a:ln w="19050" cap="flat" cmpd="sng" algn="ctr">
          <a:solidFill>
            <a:schemeClr val="accent5">
              <a:tint val="40000"/>
              <a:alpha val="90000"/>
              <a:hueOff val="-5972333"/>
              <a:satOff val="1333"/>
              <a:lumOff val="2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a:t>Go through documents videos related to Power BI</a:t>
          </a:r>
          <a:endParaRPr lang="en-US" sz="2000" b="0" kern="1200" dirty="0"/>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a:t>Understand the Data Modelling Concepts in Power BI </a:t>
          </a:r>
          <a:endParaRPr lang="en-US" sz="2000" b="0" kern="1200" dirty="0"/>
        </a:p>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a:t>Understand the Semantic Model used in FMI</a:t>
          </a:r>
          <a:endParaRPr lang="en-US" sz="2000" b="0" kern="1200" dirty="0"/>
        </a:p>
      </dsp:txBody>
      <dsp:txXfrm rot="-5400000">
        <a:off x="4049331" y="1584021"/>
        <a:ext cx="7092215" cy="1790013"/>
      </dsp:txXfrm>
    </dsp:sp>
    <dsp:sp modelId="{F78683C0-C739-45D9-8790-9FB7E90A7E5E}">
      <dsp:nvSpPr>
        <dsp:cNvPr id="0" name=""/>
        <dsp:cNvSpPr/>
      </dsp:nvSpPr>
      <dsp:spPr>
        <a:xfrm>
          <a:off x="26" y="2011312"/>
          <a:ext cx="4043841" cy="1411715"/>
        </a:xfrm>
        <a:prstGeom prst="roundRect">
          <a:avLst/>
        </a:prstGeom>
        <a:solidFill>
          <a:schemeClr val="accent5">
            <a:hueOff val="-6076075"/>
            <a:satOff val="-413"/>
            <a:lumOff val="98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Power BI Refresh </a:t>
          </a:r>
          <a:endParaRPr lang="en-US" sz="2400" b="1" kern="1200" dirty="0"/>
        </a:p>
      </dsp:txBody>
      <dsp:txXfrm>
        <a:off x="68940" y="2080226"/>
        <a:ext cx="3906013" cy="1273887"/>
      </dsp:txXfrm>
    </dsp:sp>
    <dsp:sp modelId="{FE79ECD3-EF38-4E5F-B024-25DAE522FCB6}">
      <dsp:nvSpPr>
        <dsp:cNvPr id="0" name=""/>
        <dsp:cNvSpPr/>
      </dsp:nvSpPr>
      <dsp:spPr>
        <a:xfrm rot="5400000">
          <a:off x="6391535" y="1199251"/>
          <a:ext cx="2504642" cy="7189051"/>
        </a:xfrm>
        <a:prstGeom prst="round2SameRect">
          <a:avLst/>
        </a:prstGeom>
        <a:solidFill>
          <a:schemeClr val="accent5">
            <a:tint val="40000"/>
            <a:alpha val="90000"/>
            <a:hueOff val="-11944666"/>
            <a:satOff val="2667"/>
            <a:lumOff val="401"/>
            <a:alphaOff val="0"/>
          </a:schemeClr>
        </a:solidFill>
        <a:ln w="19050" cap="flat" cmpd="sng" algn="ctr">
          <a:solidFill>
            <a:schemeClr val="accent5">
              <a:tint val="40000"/>
              <a:alpha val="90000"/>
              <a:hueOff val="-11944666"/>
              <a:satOff val="2667"/>
              <a:lumOff val="4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Font typeface="Wingdings" panose="05000000000000000000" pitchFamily="2" charset="2"/>
            <a:buChar char="Ø"/>
          </a:pPr>
          <a:r>
            <a:rPr lang="en-US" sz="2000" b="0" kern="1200"/>
            <a:t>Understand the basic of Business objects Concepts </a:t>
          </a:r>
          <a:endParaRPr lang="en-US" sz="2000" b="0" kern="1200" dirty="0"/>
        </a:p>
      </dsp:txBody>
      <dsp:txXfrm rot="-5400000">
        <a:off x="4049331" y="3663723"/>
        <a:ext cx="7066784" cy="2260108"/>
      </dsp:txXfrm>
    </dsp:sp>
    <dsp:sp modelId="{5C1FA7C8-A2BF-4B22-BDE1-10B283D75F8A}">
      <dsp:nvSpPr>
        <dsp:cNvPr id="0" name=""/>
        <dsp:cNvSpPr/>
      </dsp:nvSpPr>
      <dsp:spPr>
        <a:xfrm>
          <a:off x="26" y="3885790"/>
          <a:ext cx="4043841" cy="1411715"/>
        </a:xfrm>
        <a:prstGeom prst="roundRect">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kern="1200"/>
            <a:t>Business Objects Basics</a:t>
          </a:r>
          <a:endParaRPr lang="en-US" sz="2400" b="1" kern="1200" dirty="0"/>
        </a:p>
      </dsp:txBody>
      <dsp:txXfrm>
        <a:off x="68940" y="3954704"/>
        <a:ext cx="3906013" cy="127388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95FDF0-1EBD-408D-A315-0553C3F6BDE6}" type="datetimeFigureOut">
              <a:rPr lang="en-US" smtClean="0"/>
              <a:t>12/10/2025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678F44-78B7-4039-A399-CB7775FD9837}" type="slidenum">
              <a:rPr lang="en-US" smtClean="0"/>
              <a:t>‹#›</a:t>
            </a:fld>
            <a:endParaRPr lang="en-US"/>
          </a:p>
        </p:txBody>
      </p:sp>
    </p:spTree>
    <p:extLst>
      <p:ext uri="{BB962C8B-B14F-4D97-AF65-F5344CB8AC3E}">
        <p14:creationId xmlns:p14="http://schemas.microsoft.com/office/powerpoint/2010/main" val="3422738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678F44-78B7-4039-A399-CB7775FD9837}" type="slidenum">
              <a:rPr lang="en-US" smtClean="0"/>
              <a:t>5</a:t>
            </a:fld>
            <a:endParaRPr lang="en-US"/>
          </a:p>
        </p:txBody>
      </p:sp>
    </p:spTree>
    <p:extLst>
      <p:ext uri="{BB962C8B-B14F-4D97-AF65-F5344CB8AC3E}">
        <p14:creationId xmlns:p14="http://schemas.microsoft.com/office/powerpoint/2010/main" val="332207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B2EE0-86AB-3D9A-26CD-C3AC7DB87E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1FEC8B-E903-6F28-5B1F-6574DCF434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6DAFA2-6A72-AA9D-5972-6B655A6CF8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A649F7-442D-8524-3443-CCE7DBE6260A}"/>
              </a:ext>
            </a:extLst>
          </p:cNvPr>
          <p:cNvSpPr>
            <a:spLocks noGrp="1"/>
          </p:cNvSpPr>
          <p:nvPr>
            <p:ph type="sldNum" sz="quarter" idx="5"/>
          </p:nvPr>
        </p:nvSpPr>
        <p:spPr/>
        <p:txBody>
          <a:bodyPr/>
          <a:lstStyle/>
          <a:p>
            <a:fld id="{41678F44-78B7-4039-A399-CB7775FD9837}" type="slidenum">
              <a:rPr lang="en-US" smtClean="0"/>
              <a:t>6</a:t>
            </a:fld>
            <a:endParaRPr lang="en-US"/>
          </a:p>
        </p:txBody>
      </p:sp>
    </p:spTree>
    <p:extLst>
      <p:ext uri="{BB962C8B-B14F-4D97-AF65-F5344CB8AC3E}">
        <p14:creationId xmlns:p14="http://schemas.microsoft.com/office/powerpoint/2010/main" val="106402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5BA646-F439-44FE-5546-C1DF8A1BF8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69339A-6DA1-D4E9-A348-23BB25F14C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F4C0FA-CE51-64D3-5DFE-0B03F63BC2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B26A9A-E21F-6729-D1BD-2665E7E49C33}"/>
              </a:ext>
            </a:extLst>
          </p:cNvPr>
          <p:cNvSpPr>
            <a:spLocks noGrp="1"/>
          </p:cNvSpPr>
          <p:nvPr>
            <p:ph type="sldNum" sz="quarter" idx="5"/>
          </p:nvPr>
        </p:nvSpPr>
        <p:spPr/>
        <p:txBody>
          <a:bodyPr/>
          <a:lstStyle/>
          <a:p>
            <a:fld id="{41678F44-78B7-4039-A399-CB7775FD9837}" type="slidenum">
              <a:rPr lang="en-US" smtClean="0"/>
              <a:t>7</a:t>
            </a:fld>
            <a:endParaRPr lang="en-US"/>
          </a:p>
        </p:txBody>
      </p:sp>
    </p:spTree>
    <p:extLst>
      <p:ext uri="{BB962C8B-B14F-4D97-AF65-F5344CB8AC3E}">
        <p14:creationId xmlns:p14="http://schemas.microsoft.com/office/powerpoint/2010/main" val="2734634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6358D-DB0F-1FE0-C682-60B7CED883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025134B-1FFB-827B-8ADC-4A22E10D0C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2F147C9-77D7-C5DC-D6DA-4349CA5BF68B}"/>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5" name="Footer Placeholder 4">
            <a:extLst>
              <a:ext uri="{FF2B5EF4-FFF2-40B4-BE49-F238E27FC236}">
                <a16:creationId xmlns:a16="http://schemas.microsoft.com/office/drawing/2014/main" id="{BBAB89E6-177A-01F0-E031-0EFA119398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98BA0D-8BE2-80D5-B77E-57D7992BD51D}"/>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4252090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FA39E-EE8F-A9D1-B4A0-837E37270E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9D60E1-F9EB-6944-EAD6-636148497D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486E5E-3CBB-87E0-508C-208753CDAE8E}"/>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5" name="Footer Placeholder 4">
            <a:extLst>
              <a:ext uri="{FF2B5EF4-FFF2-40B4-BE49-F238E27FC236}">
                <a16:creationId xmlns:a16="http://schemas.microsoft.com/office/drawing/2014/main" id="{4CC1E4FF-CDE5-6DE0-DF98-42BB79B9CE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98502D-E4CB-0623-117B-05F2A3F90603}"/>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13169697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F519A-60A6-2153-3EA4-02D221C1E51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D34DDC1-193C-3C88-BBE6-70EC76829C0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CB038D-8CF0-DFE2-020C-3A6FC6853888}"/>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5" name="Footer Placeholder 4">
            <a:extLst>
              <a:ext uri="{FF2B5EF4-FFF2-40B4-BE49-F238E27FC236}">
                <a16:creationId xmlns:a16="http://schemas.microsoft.com/office/drawing/2014/main" id="{832ED478-3AA9-F4AC-4455-645306419A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7769DB-723C-6E19-BA9A-24A4819E3BCE}"/>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1798235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906D9-E32C-8CC0-0F27-890C3A4CCB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AE5600-3A25-1894-405C-BA041DB4C4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E4C7469-B241-BC71-4DB4-FFDF03CA86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8CFE64B-8156-4E01-B02F-68E8B4423AFF}"/>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6" name="Footer Placeholder 5">
            <a:extLst>
              <a:ext uri="{FF2B5EF4-FFF2-40B4-BE49-F238E27FC236}">
                <a16:creationId xmlns:a16="http://schemas.microsoft.com/office/drawing/2014/main" id="{18EEACB7-F9C5-5E9C-CCB3-CB6D608C56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2F2F6E-680A-5EE8-000C-741AE20ED4A8}"/>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29411597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869A7-E543-9880-612D-91D3846BF54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F123404-55F9-D5A4-2762-9CA9B81379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7BF4504-C68D-A8A0-7E1C-F39CBC0C62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78BD40-275F-BBE1-C50D-1E1623FFB3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109F98-5377-4BD1-81B2-F2359B3F934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EF15F3-8D96-8679-CD43-9951CE2A78C7}"/>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8" name="Footer Placeholder 7">
            <a:extLst>
              <a:ext uri="{FF2B5EF4-FFF2-40B4-BE49-F238E27FC236}">
                <a16:creationId xmlns:a16="http://schemas.microsoft.com/office/drawing/2014/main" id="{F614F19C-684A-8B1F-3CD1-128DB2EB20D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2B97ABA-299B-3D85-9DA0-ED715CE92CF7}"/>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30114319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41ADEF-A088-58C6-F768-1910BBD47D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EBF7619-ECD6-7D4A-FEFA-BCE64FA5DA7D}"/>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4" name="Footer Placeholder 3">
            <a:extLst>
              <a:ext uri="{FF2B5EF4-FFF2-40B4-BE49-F238E27FC236}">
                <a16:creationId xmlns:a16="http://schemas.microsoft.com/office/drawing/2014/main" id="{96023B78-7CEE-FB67-1553-13BF1A8B54A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59C6E70-1092-DBB0-1EC5-33F97CCC35BD}"/>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1785430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2DC418-8AE5-DB15-E007-B15E8FD444C4}"/>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3" name="Footer Placeholder 2">
            <a:extLst>
              <a:ext uri="{FF2B5EF4-FFF2-40B4-BE49-F238E27FC236}">
                <a16:creationId xmlns:a16="http://schemas.microsoft.com/office/drawing/2014/main" id="{1C12CBE9-8826-5BA8-17B9-4101436F2EA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7D9BCA-6EA9-4716-385A-3E541CB71EE2}"/>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42401301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4F894-DB47-7228-723B-54E1C1440E3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8DABA40-C2DD-5CCB-8842-826C51BAB55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CB0F2ED-6BDF-96A0-3F43-CF39E67E23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C772B-7902-17D7-C068-CADB37153965}"/>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6" name="Footer Placeholder 5">
            <a:extLst>
              <a:ext uri="{FF2B5EF4-FFF2-40B4-BE49-F238E27FC236}">
                <a16:creationId xmlns:a16="http://schemas.microsoft.com/office/drawing/2014/main" id="{D14706FE-5C7A-994E-57FD-4C71347D74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6B4583-6B94-6967-CFD8-A4E3DEA318E5}"/>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383175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451FA-0F0D-1C4A-CF49-C582C26EA1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5EDD660-9C0B-8B43-48D3-003BFE799E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55DCC0E-E97B-B5D3-16F4-4C9539D917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C098E0-A520-5AC8-C7B7-901FA4F43F37}"/>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6" name="Footer Placeholder 5">
            <a:extLst>
              <a:ext uri="{FF2B5EF4-FFF2-40B4-BE49-F238E27FC236}">
                <a16:creationId xmlns:a16="http://schemas.microsoft.com/office/drawing/2014/main" id="{1C5E8308-870D-9AA2-B9A8-D3DE49DC81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D4C932-78FF-A1F8-63DD-3A2DDEA7CE91}"/>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195879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21701-9A16-B590-2F64-5BD4B36E0CD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81842B2-3A26-2A2F-318F-9D62CB0A9A6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0110D27-7E56-E1F8-AEA5-9DF1FAA251E0}"/>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5" name="Footer Placeholder 4">
            <a:extLst>
              <a:ext uri="{FF2B5EF4-FFF2-40B4-BE49-F238E27FC236}">
                <a16:creationId xmlns:a16="http://schemas.microsoft.com/office/drawing/2014/main" id="{702982F7-CD43-3A99-ADBF-C9E7CEE122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D441A50-57F5-3EF3-2E9A-B7148BA31B4D}"/>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545159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90ABC60-23DB-7D67-8B23-6B93FA1B77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8F527DA-C6D8-57A2-CF3F-1EEAA9E7A2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404083-0FD3-09C3-E015-3A65F352F8C9}"/>
              </a:ext>
            </a:extLst>
          </p:cNvPr>
          <p:cNvSpPr>
            <a:spLocks noGrp="1"/>
          </p:cNvSpPr>
          <p:nvPr>
            <p:ph type="dt" sz="half" idx="10"/>
          </p:nvPr>
        </p:nvSpPr>
        <p:spPr/>
        <p:txBody>
          <a:bodyPr/>
          <a:lstStyle/>
          <a:p>
            <a:fld id="{FF6B6E49-5E32-498B-A32E-0A2457C5D181}" type="datetimeFigureOut">
              <a:rPr lang="en-US" smtClean="0"/>
              <a:t>12/10/2025</a:t>
            </a:fld>
            <a:endParaRPr lang="en-US"/>
          </a:p>
        </p:txBody>
      </p:sp>
      <p:sp>
        <p:nvSpPr>
          <p:cNvPr id="5" name="Footer Placeholder 4">
            <a:extLst>
              <a:ext uri="{FF2B5EF4-FFF2-40B4-BE49-F238E27FC236}">
                <a16:creationId xmlns:a16="http://schemas.microsoft.com/office/drawing/2014/main" id="{E35C2B3B-6A2E-9643-9345-08EB1CFF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35FF18-D156-3536-3EFB-613349032EFB}"/>
              </a:ext>
            </a:extLst>
          </p:cNvPr>
          <p:cNvSpPr>
            <a:spLocks noGrp="1"/>
          </p:cNvSpPr>
          <p:nvPr>
            <p:ph type="sldNum" sz="quarter" idx="12"/>
          </p:nvPr>
        </p:nvSpPr>
        <p:spPr/>
        <p:txBody>
          <a:bodyPr/>
          <a:lstStyle/>
          <a:p>
            <a:fld id="{AEF36AAC-B094-49DD-A634-321886424668}" type="slidenum">
              <a:rPr lang="en-US" smtClean="0"/>
              <a:t>‹#›</a:t>
            </a:fld>
            <a:endParaRPr lang="en-US"/>
          </a:p>
        </p:txBody>
      </p:sp>
    </p:spTree>
    <p:extLst>
      <p:ext uri="{BB962C8B-B14F-4D97-AF65-F5344CB8AC3E}">
        <p14:creationId xmlns:p14="http://schemas.microsoft.com/office/powerpoint/2010/main" val="23666080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708AE15-B57B-1488-63AE-E84950F77C8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0A6BB79-B3D6-A390-91D3-EB069D096E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A791B5-F846-9EE6-6A09-F6DD65B8C9C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6B6E49-5E32-498B-A32E-0A2457C5D181}" type="datetimeFigureOut">
              <a:rPr lang="en-US" smtClean="0"/>
              <a:t>12/10/2025</a:t>
            </a:fld>
            <a:endParaRPr lang="en-US"/>
          </a:p>
        </p:txBody>
      </p:sp>
      <p:sp>
        <p:nvSpPr>
          <p:cNvPr id="5" name="Footer Placeholder 4">
            <a:extLst>
              <a:ext uri="{FF2B5EF4-FFF2-40B4-BE49-F238E27FC236}">
                <a16:creationId xmlns:a16="http://schemas.microsoft.com/office/drawing/2014/main" id="{71D0C663-45BF-5A97-CFD3-F3D359C830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75A7774-10FF-2573-9B17-4FD853CC57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EF36AAC-B094-49DD-A634-321886424668}" type="slidenum">
              <a:rPr lang="en-US" smtClean="0"/>
              <a:t>‹#›</a:t>
            </a:fld>
            <a:endParaRPr lang="en-US"/>
          </a:p>
        </p:txBody>
      </p:sp>
    </p:spTree>
    <p:extLst>
      <p:ext uri="{BB962C8B-B14F-4D97-AF65-F5344CB8AC3E}">
        <p14:creationId xmlns:p14="http://schemas.microsoft.com/office/powerpoint/2010/main" val="24384405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5.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15.jpeg"/><Relationship Id="rId7" Type="http://schemas.openxmlformats.org/officeDocument/2006/relationships/diagramColors" Target="../diagrams/colors4.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6.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15.jpeg"/><Relationship Id="rId7" Type="http://schemas.openxmlformats.org/officeDocument/2006/relationships/diagramColors" Target="../diagrams/colors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7.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15.jpeg"/><Relationship Id="rId7" Type="http://schemas.openxmlformats.org/officeDocument/2006/relationships/diagramColors" Target="../diagrams/colors6.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4" name="Rectangle 83">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Graphic 53" descr="User">
            <a:extLst>
              <a:ext uri="{FF2B5EF4-FFF2-40B4-BE49-F238E27FC236}">
                <a16:creationId xmlns:a16="http://schemas.microsoft.com/office/drawing/2014/main" id="{7F967D54-5339-530B-EC9D-AD46B82B3FC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239" y="1525536"/>
            <a:ext cx="3775459" cy="3775459"/>
          </a:xfrm>
          <a:prstGeom prst="rect">
            <a:avLst/>
          </a:prstGeom>
        </p:spPr>
      </p:pic>
      <p:sp>
        <p:nvSpPr>
          <p:cNvPr id="86" name="Freeform: Shape 85">
            <a:extLst>
              <a:ext uri="{FF2B5EF4-FFF2-40B4-BE49-F238E27FC236}">
                <a16:creationId xmlns:a16="http://schemas.microsoft.com/office/drawing/2014/main" id="{B9A1D9BC-1455-4308-9ABD-A3F8EDB6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8" name="Right Triangle 87">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Rectangle 89">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6A63A79-9E0F-8A25-BAFD-E8FE1222E657}"/>
              </a:ext>
            </a:extLst>
          </p:cNvPr>
          <p:cNvSpPr>
            <a:spLocks noGrp="1"/>
          </p:cNvSpPr>
          <p:nvPr>
            <p:ph type="ctrTitle"/>
          </p:nvPr>
        </p:nvSpPr>
        <p:spPr>
          <a:xfrm>
            <a:off x="5775961" y="962526"/>
            <a:ext cx="5384800" cy="3210689"/>
          </a:xfrm>
        </p:spPr>
        <p:txBody>
          <a:bodyPr anchor="b">
            <a:normAutofit fontScale="90000"/>
          </a:bodyPr>
          <a:lstStyle/>
          <a:p>
            <a:pPr algn="l"/>
            <a:r>
              <a:rPr lang="en-US" sz="6100" b="1" dirty="0"/>
              <a:t>Hexaware -FMI</a:t>
            </a:r>
            <a:br>
              <a:rPr lang="en-US" sz="6100" b="1" dirty="0"/>
            </a:br>
            <a:r>
              <a:rPr lang="en-US" sz="6100" b="1" dirty="0"/>
              <a:t>Onboarding and Training  Journey </a:t>
            </a:r>
          </a:p>
        </p:txBody>
      </p:sp>
    </p:spTree>
    <p:extLst>
      <p:ext uri="{BB962C8B-B14F-4D97-AF65-F5344CB8AC3E}">
        <p14:creationId xmlns:p14="http://schemas.microsoft.com/office/powerpoint/2010/main" val="1024242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54"/>
                                        </p:tgtEl>
                                        <p:attrNameLst>
                                          <p:attrName>style.visibility</p:attrName>
                                        </p:attrNameLst>
                                      </p:cBhvr>
                                      <p:to>
                                        <p:strVal val="visible"/>
                                      </p:to>
                                    </p:set>
                                    <p:animEffect transition="in" filter="fade">
                                      <p:cBhvr>
                                        <p:cTn id="10" dur="7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Slide background fill">
            <a:extLst>
              <a:ext uri="{FF2B5EF4-FFF2-40B4-BE49-F238E27FC236}">
                <a16:creationId xmlns:a16="http://schemas.microsoft.com/office/drawing/2014/main" id="{1D63C574-BFD2-41A1-A567-B0C3CC7FDD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Color 2">
            <a:extLst>
              <a:ext uri="{FF2B5EF4-FFF2-40B4-BE49-F238E27FC236}">
                <a16:creationId xmlns:a16="http://schemas.microsoft.com/office/drawing/2014/main" id="{E2A46BAB-8C31-42B2-90E8-B26DD3E81D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5" name="Group 44">
            <a:extLst>
              <a:ext uri="{FF2B5EF4-FFF2-40B4-BE49-F238E27FC236}">
                <a16:creationId xmlns:a16="http://schemas.microsoft.com/office/drawing/2014/main" id="{B3F7A3C7-0737-4E57-B30E-8EEFE638B40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4707053" cy="6858000"/>
            <a:chOff x="651279" y="598259"/>
            <a:chExt cx="10889442" cy="5680742"/>
          </a:xfrm>
        </p:grpSpPr>
        <p:sp>
          <p:nvSpPr>
            <p:cNvPr id="46" name="Color">
              <a:extLst>
                <a:ext uri="{FF2B5EF4-FFF2-40B4-BE49-F238E27FC236}">
                  <a16:creationId xmlns:a16="http://schemas.microsoft.com/office/drawing/2014/main" id="{3BE6D516-DFC6-4698-B3F1-5F591C1130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Color">
              <a:extLst>
                <a:ext uri="{FF2B5EF4-FFF2-40B4-BE49-F238E27FC236}">
                  <a16:creationId xmlns:a16="http://schemas.microsoft.com/office/drawing/2014/main" id="{C2580FB0-D146-458C-AF1B-8E8BBF6BBA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49" name="Group 48">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50" name="Freeform: Shape 49">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1" name="Freeform: Shape 50">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2" name="Freeform: Shape 51">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3" name="Freeform: Shape 52">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4" name="Freeform: Shape 53">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5" name="Freeform: Shape 54">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56" name="Freeform: Shape 55">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AE0416D7-A71B-026B-391A-A01D7E40EAA0}"/>
              </a:ext>
            </a:extLst>
          </p:cNvPr>
          <p:cNvSpPr>
            <a:spLocks noGrp="1"/>
          </p:cNvSpPr>
          <p:nvPr>
            <p:ph type="title"/>
          </p:nvPr>
        </p:nvSpPr>
        <p:spPr>
          <a:xfrm>
            <a:off x="786385" y="841248"/>
            <a:ext cx="3515244" cy="5340097"/>
          </a:xfrm>
        </p:spPr>
        <p:txBody>
          <a:bodyPr anchor="ctr">
            <a:normAutofit/>
          </a:bodyPr>
          <a:lstStyle/>
          <a:p>
            <a:r>
              <a:rPr lang="en-US" sz="4800" dirty="0">
                <a:solidFill>
                  <a:schemeClr val="bg1"/>
                </a:solidFill>
              </a:rPr>
              <a:t>FMI KT Planner</a:t>
            </a:r>
          </a:p>
        </p:txBody>
      </p:sp>
      <p:graphicFrame>
        <p:nvGraphicFramePr>
          <p:cNvPr id="13" name="Content Placeholder 2">
            <a:extLst>
              <a:ext uri="{FF2B5EF4-FFF2-40B4-BE49-F238E27FC236}">
                <a16:creationId xmlns:a16="http://schemas.microsoft.com/office/drawing/2014/main" id="{5731889E-D724-05A0-8ED8-621E28409867}"/>
              </a:ext>
            </a:extLst>
          </p:cNvPr>
          <p:cNvGraphicFramePr>
            <a:graphicFrameLocks noGrp="1"/>
          </p:cNvGraphicFramePr>
          <p:nvPr>
            <p:ph idx="1"/>
            <p:extLst>
              <p:ext uri="{D42A27DB-BD31-4B8C-83A1-F6EECF244321}">
                <p14:modId xmlns:p14="http://schemas.microsoft.com/office/powerpoint/2010/main" val="14001819"/>
              </p:ext>
            </p:extLst>
          </p:nvPr>
        </p:nvGraphicFramePr>
        <p:xfrm>
          <a:off x="4985886" y="231006"/>
          <a:ext cx="6367913" cy="64056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45373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4" name="Picture 43">
            <a:extLst>
              <a:ext uri="{FF2B5EF4-FFF2-40B4-BE49-F238E27FC236}">
                <a16:creationId xmlns:a16="http://schemas.microsoft.com/office/drawing/2014/main" id="{0033B253-21C9-4CB7-9FA2-7C29665EFF04}"/>
              </a:ext>
            </a:extLst>
          </p:cNvPr>
          <p:cNvPicPr>
            <a:picLocks noChangeAspect="1"/>
          </p:cNvPicPr>
          <p:nvPr/>
        </p:nvPicPr>
        <p:blipFill>
          <a:blip r:embed="rId2"/>
          <a:srcRect/>
          <a:stretch>
            <a:fillRect/>
          </a:stretch>
        </p:blipFill>
        <p:spPr>
          <a:xfrm>
            <a:off x="20" y="10"/>
            <a:ext cx="12191980" cy="6857990"/>
          </a:xfrm>
          <a:prstGeom prst="rect">
            <a:avLst/>
          </a:prstGeom>
        </p:spPr>
      </p:pic>
      <p:sp>
        <p:nvSpPr>
          <p:cNvPr id="45" name="Rectangle 44">
            <a:extLst>
              <a:ext uri="{FF2B5EF4-FFF2-40B4-BE49-F238E27FC236}">
                <a16:creationId xmlns:a16="http://schemas.microsoft.com/office/drawing/2014/main" id="{257363FD-7E77-4145-9483-331A807A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750102-AAF1-2FFA-8950-60B1DCB307C6}"/>
              </a:ext>
            </a:extLst>
          </p:cNvPr>
          <p:cNvSpPr>
            <a:spLocks noGrp="1"/>
          </p:cNvSpPr>
          <p:nvPr>
            <p:ph type="title"/>
          </p:nvPr>
        </p:nvSpPr>
        <p:spPr>
          <a:xfrm>
            <a:off x="838200" y="365126"/>
            <a:ext cx="10515600" cy="444344"/>
          </a:xfrm>
        </p:spPr>
        <p:txBody>
          <a:bodyPr>
            <a:normAutofit fontScale="90000"/>
          </a:bodyPr>
          <a:lstStyle/>
          <a:p>
            <a:r>
              <a:rPr lang="en-US" b="1" dirty="0"/>
              <a:t>Day 1- Onboarding Process</a:t>
            </a:r>
            <a:br>
              <a:rPr lang="en-US" b="1" dirty="0"/>
            </a:br>
            <a:endParaRPr lang="en-US" b="1" dirty="0"/>
          </a:p>
        </p:txBody>
      </p:sp>
      <p:graphicFrame>
        <p:nvGraphicFramePr>
          <p:cNvPr id="4" name="Content Placeholder 3">
            <a:extLst>
              <a:ext uri="{FF2B5EF4-FFF2-40B4-BE49-F238E27FC236}">
                <a16:creationId xmlns:a16="http://schemas.microsoft.com/office/drawing/2014/main" id="{FD36E71E-C94C-64B6-BDD1-7D0B34DB0C46}"/>
              </a:ext>
            </a:extLst>
          </p:cNvPr>
          <p:cNvGraphicFramePr>
            <a:graphicFrameLocks noGrp="1"/>
          </p:cNvGraphicFramePr>
          <p:nvPr>
            <p:ph idx="1"/>
            <p:extLst>
              <p:ext uri="{D42A27DB-BD31-4B8C-83A1-F6EECF244321}">
                <p14:modId xmlns:p14="http://schemas.microsoft.com/office/powerpoint/2010/main" val="4000612044"/>
              </p:ext>
            </p:extLst>
          </p:nvPr>
        </p:nvGraphicFramePr>
        <p:xfrm>
          <a:off x="838199" y="809470"/>
          <a:ext cx="11243873" cy="6048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96639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ED6CD3-6183-DE37-A589-317101B83809}"/>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F0E64A5C-F71B-F137-545A-5F74E2D98A75}"/>
              </a:ext>
            </a:extLst>
          </p:cNvPr>
          <p:cNvPicPr>
            <a:picLocks noChangeAspect="1"/>
          </p:cNvPicPr>
          <p:nvPr/>
        </p:nvPicPr>
        <p:blipFill>
          <a:blip r:embed="rId2"/>
          <a:srcRect/>
          <a:stretch>
            <a:fillRect/>
          </a:stretch>
        </p:blipFill>
        <p:spPr>
          <a:xfrm>
            <a:off x="20" y="10"/>
            <a:ext cx="12191980" cy="6857990"/>
          </a:xfrm>
          <a:prstGeom prst="rect">
            <a:avLst/>
          </a:prstGeom>
        </p:spPr>
      </p:pic>
      <p:sp>
        <p:nvSpPr>
          <p:cNvPr id="45" name="Rectangle 44">
            <a:extLst>
              <a:ext uri="{FF2B5EF4-FFF2-40B4-BE49-F238E27FC236}">
                <a16:creationId xmlns:a16="http://schemas.microsoft.com/office/drawing/2014/main" id="{869E5508-C9F4-8783-96C1-AFEFD863C7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88BC3D7-0D13-48FC-7BD7-395DC77A129C}"/>
              </a:ext>
            </a:extLst>
          </p:cNvPr>
          <p:cNvSpPr>
            <a:spLocks noGrp="1"/>
          </p:cNvSpPr>
          <p:nvPr>
            <p:ph type="title"/>
          </p:nvPr>
        </p:nvSpPr>
        <p:spPr>
          <a:xfrm>
            <a:off x="838200" y="365126"/>
            <a:ext cx="10515600" cy="444344"/>
          </a:xfrm>
        </p:spPr>
        <p:txBody>
          <a:bodyPr>
            <a:normAutofit fontScale="90000"/>
          </a:bodyPr>
          <a:lstStyle/>
          <a:p>
            <a:r>
              <a:rPr lang="en-US" b="1" dirty="0"/>
              <a:t>Day 2- Know Your Customer and Hexaware </a:t>
            </a:r>
            <a:br>
              <a:rPr lang="en-US" b="1" dirty="0"/>
            </a:br>
            <a:endParaRPr lang="en-US" b="1" dirty="0"/>
          </a:p>
        </p:txBody>
      </p:sp>
      <p:graphicFrame>
        <p:nvGraphicFramePr>
          <p:cNvPr id="4" name="Content Placeholder 3">
            <a:extLst>
              <a:ext uri="{FF2B5EF4-FFF2-40B4-BE49-F238E27FC236}">
                <a16:creationId xmlns:a16="http://schemas.microsoft.com/office/drawing/2014/main" id="{4B8FCD65-973C-634B-1F0B-62B8517237E0}"/>
              </a:ext>
            </a:extLst>
          </p:cNvPr>
          <p:cNvGraphicFramePr>
            <a:graphicFrameLocks noGrp="1"/>
          </p:cNvGraphicFramePr>
          <p:nvPr>
            <p:ph idx="1"/>
            <p:extLst>
              <p:ext uri="{D42A27DB-BD31-4B8C-83A1-F6EECF244321}">
                <p14:modId xmlns:p14="http://schemas.microsoft.com/office/powerpoint/2010/main" val="1438986412"/>
              </p:ext>
            </p:extLst>
          </p:nvPr>
        </p:nvGraphicFramePr>
        <p:xfrm>
          <a:off x="838199" y="809470"/>
          <a:ext cx="11243873" cy="60485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007684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D1B242C-4C71-473E-0AFB-BD2C26635D6A}"/>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07395FD2-9459-A51C-43D1-DCB5834CE237}"/>
              </a:ext>
            </a:extLst>
          </p:cNvPr>
          <p:cNvPicPr>
            <a:picLocks noChangeAspect="1"/>
          </p:cNvPicPr>
          <p:nvPr/>
        </p:nvPicPr>
        <p:blipFill>
          <a:blip r:embed="rId3"/>
          <a:srcRect/>
          <a:stretch>
            <a:fillRect/>
          </a:stretch>
        </p:blipFill>
        <p:spPr>
          <a:xfrm>
            <a:off x="20" y="10"/>
            <a:ext cx="12191980" cy="6857990"/>
          </a:xfrm>
          <a:prstGeom prst="rect">
            <a:avLst/>
          </a:prstGeom>
        </p:spPr>
      </p:pic>
      <p:sp>
        <p:nvSpPr>
          <p:cNvPr id="45" name="Rectangle 44">
            <a:extLst>
              <a:ext uri="{FF2B5EF4-FFF2-40B4-BE49-F238E27FC236}">
                <a16:creationId xmlns:a16="http://schemas.microsoft.com/office/drawing/2014/main" id="{4832D6FD-5666-A6A1-01D2-95B64FFA03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F303AB8-698C-5E7D-2BF7-ADC4B14D852F}"/>
              </a:ext>
            </a:extLst>
          </p:cNvPr>
          <p:cNvSpPr>
            <a:spLocks noGrp="1"/>
          </p:cNvSpPr>
          <p:nvPr>
            <p:ph type="title"/>
          </p:nvPr>
        </p:nvSpPr>
        <p:spPr>
          <a:xfrm>
            <a:off x="838200" y="365126"/>
            <a:ext cx="10515600" cy="444344"/>
          </a:xfrm>
        </p:spPr>
        <p:txBody>
          <a:bodyPr>
            <a:normAutofit fontScale="90000"/>
          </a:bodyPr>
          <a:lstStyle/>
          <a:p>
            <a:r>
              <a:rPr lang="en-US" b="1" dirty="0"/>
              <a:t>Day 3- Snowflake Refresh </a:t>
            </a:r>
            <a:br>
              <a:rPr lang="en-US" b="1" dirty="0"/>
            </a:br>
            <a:endParaRPr lang="en-US" b="1" dirty="0"/>
          </a:p>
        </p:txBody>
      </p:sp>
      <p:graphicFrame>
        <p:nvGraphicFramePr>
          <p:cNvPr id="4" name="Content Placeholder 3">
            <a:extLst>
              <a:ext uri="{FF2B5EF4-FFF2-40B4-BE49-F238E27FC236}">
                <a16:creationId xmlns:a16="http://schemas.microsoft.com/office/drawing/2014/main" id="{F1EC14F7-093A-0CF8-98E5-3254EBACEE31}"/>
              </a:ext>
            </a:extLst>
          </p:cNvPr>
          <p:cNvGraphicFramePr>
            <a:graphicFrameLocks noGrp="1"/>
          </p:cNvGraphicFramePr>
          <p:nvPr>
            <p:ph idx="1"/>
            <p:extLst>
              <p:ext uri="{D42A27DB-BD31-4B8C-83A1-F6EECF244321}">
                <p14:modId xmlns:p14="http://schemas.microsoft.com/office/powerpoint/2010/main" val="3015871480"/>
              </p:ext>
            </p:extLst>
          </p:nvPr>
        </p:nvGraphicFramePr>
        <p:xfrm>
          <a:off x="838199" y="809470"/>
          <a:ext cx="11243873" cy="60485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9114861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4AC18E-7481-EF30-0BC3-FA6614134995}"/>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65C6ABCD-8064-BDB2-6703-ECB50413C127}"/>
              </a:ext>
            </a:extLst>
          </p:cNvPr>
          <p:cNvPicPr>
            <a:picLocks noChangeAspect="1"/>
          </p:cNvPicPr>
          <p:nvPr/>
        </p:nvPicPr>
        <p:blipFill>
          <a:blip r:embed="rId3"/>
          <a:srcRect/>
          <a:stretch>
            <a:fillRect/>
          </a:stretch>
        </p:blipFill>
        <p:spPr>
          <a:xfrm>
            <a:off x="20" y="10"/>
            <a:ext cx="12191980" cy="6857990"/>
          </a:xfrm>
          <a:prstGeom prst="rect">
            <a:avLst/>
          </a:prstGeom>
        </p:spPr>
      </p:pic>
      <p:sp>
        <p:nvSpPr>
          <p:cNvPr id="45" name="Rectangle 44">
            <a:extLst>
              <a:ext uri="{FF2B5EF4-FFF2-40B4-BE49-F238E27FC236}">
                <a16:creationId xmlns:a16="http://schemas.microsoft.com/office/drawing/2014/main" id="{47BD51EB-68A6-393E-E3D4-69B00FB98F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A54CBC9-5275-7E1C-EB75-A3AC3C5AE99C}"/>
              </a:ext>
            </a:extLst>
          </p:cNvPr>
          <p:cNvSpPr>
            <a:spLocks noGrp="1"/>
          </p:cNvSpPr>
          <p:nvPr>
            <p:ph type="title"/>
          </p:nvPr>
        </p:nvSpPr>
        <p:spPr>
          <a:xfrm>
            <a:off x="838200" y="365126"/>
            <a:ext cx="10515600" cy="444344"/>
          </a:xfrm>
        </p:spPr>
        <p:txBody>
          <a:bodyPr>
            <a:normAutofit fontScale="90000"/>
          </a:bodyPr>
          <a:lstStyle/>
          <a:p>
            <a:r>
              <a:rPr lang="en-US" b="1" dirty="0"/>
              <a:t>Day 4- ETL Patterns and Snowflake Refresh </a:t>
            </a:r>
            <a:br>
              <a:rPr lang="en-US" b="1" dirty="0"/>
            </a:br>
            <a:endParaRPr lang="en-US" b="1" dirty="0"/>
          </a:p>
        </p:txBody>
      </p:sp>
      <p:graphicFrame>
        <p:nvGraphicFramePr>
          <p:cNvPr id="4" name="Content Placeholder 3">
            <a:extLst>
              <a:ext uri="{FF2B5EF4-FFF2-40B4-BE49-F238E27FC236}">
                <a16:creationId xmlns:a16="http://schemas.microsoft.com/office/drawing/2014/main" id="{210B76A6-C521-4C5A-13DE-82796BD2D39F}"/>
              </a:ext>
            </a:extLst>
          </p:cNvPr>
          <p:cNvGraphicFramePr>
            <a:graphicFrameLocks noGrp="1"/>
          </p:cNvGraphicFramePr>
          <p:nvPr>
            <p:ph idx="1"/>
          </p:nvPr>
        </p:nvGraphicFramePr>
        <p:xfrm>
          <a:off x="838199" y="809470"/>
          <a:ext cx="11243873" cy="60485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706258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E50012-7787-F15C-1591-165DE7A39A9F}"/>
            </a:ext>
          </a:extLst>
        </p:cNvPr>
        <p:cNvGrpSpPr/>
        <p:nvPr/>
      </p:nvGrpSpPr>
      <p:grpSpPr>
        <a:xfrm>
          <a:off x="0" y="0"/>
          <a:ext cx="0" cy="0"/>
          <a:chOff x="0" y="0"/>
          <a:chExt cx="0" cy="0"/>
        </a:xfrm>
      </p:grpSpPr>
      <p:pic>
        <p:nvPicPr>
          <p:cNvPr id="44" name="Picture 43">
            <a:extLst>
              <a:ext uri="{FF2B5EF4-FFF2-40B4-BE49-F238E27FC236}">
                <a16:creationId xmlns:a16="http://schemas.microsoft.com/office/drawing/2014/main" id="{9379B105-BF50-26BC-5D1D-1DC9AC94B5E6}"/>
              </a:ext>
            </a:extLst>
          </p:cNvPr>
          <p:cNvPicPr>
            <a:picLocks noChangeAspect="1"/>
          </p:cNvPicPr>
          <p:nvPr/>
        </p:nvPicPr>
        <p:blipFill>
          <a:blip r:embed="rId3"/>
          <a:srcRect/>
          <a:stretch>
            <a:fillRect/>
          </a:stretch>
        </p:blipFill>
        <p:spPr>
          <a:xfrm>
            <a:off x="20" y="10"/>
            <a:ext cx="12191980" cy="6857990"/>
          </a:xfrm>
          <a:prstGeom prst="rect">
            <a:avLst/>
          </a:prstGeom>
        </p:spPr>
      </p:pic>
      <p:sp>
        <p:nvSpPr>
          <p:cNvPr id="45" name="Rectangle 44">
            <a:extLst>
              <a:ext uri="{FF2B5EF4-FFF2-40B4-BE49-F238E27FC236}">
                <a16:creationId xmlns:a16="http://schemas.microsoft.com/office/drawing/2014/main" id="{981E09F4-84F8-F8B2-D94A-3D7447B15F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6802" cy="6858000"/>
          </a:xfrm>
          <a:prstGeom prst="rect">
            <a:avLst/>
          </a:prstGeom>
          <a:gradFill flip="none" rotWithShape="1">
            <a:gsLst>
              <a:gs pos="28000">
                <a:schemeClr val="bg2">
                  <a:alpha val="84000"/>
                </a:schemeClr>
              </a:gs>
              <a:gs pos="74000">
                <a:schemeClr val="bg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0D3457-037E-4DD8-8E83-DE6473E13C14}"/>
              </a:ext>
            </a:extLst>
          </p:cNvPr>
          <p:cNvSpPr>
            <a:spLocks noGrp="1"/>
          </p:cNvSpPr>
          <p:nvPr>
            <p:ph type="title"/>
          </p:nvPr>
        </p:nvSpPr>
        <p:spPr>
          <a:xfrm>
            <a:off x="838200" y="365126"/>
            <a:ext cx="10515600" cy="444344"/>
          </a:xfrm>
        </p:spPr>
        <p:txBody>
          <a:bodyPr>
            <a:normAutofit fontScale="90000"/>
          </a:bodyPr>
          <a:lstStyle/>
          <a:p>
            <a:r>
              <a:rPr lang="en-US" b="1"/>
              <a:t>Day 5- Reporting LandScape  and Tools Used</a:t>
            </a:r>
            <a:br>
              <a:rPr lang="en-US" b="1"/>
            </a:br>
            <a:endParaRPr lang="en-US" b="1" dirty="0"/>
          </a:p>
        </p:txBody>
      </p:sp>
      <p:graphicFrame>
        <p:nvGraphicFramePr>
          <p:cNvPr id="4" name="Content Placeholder 3">
            <a:extLst>
              <a:ext uri="{FF2B5EF4-FFF2-40B4-BE49-F238E27FC236}">
                <a16:creationId xmlns:a16="http://schemas.microsoft.com/office/drawing/2014/main" id="{CF9E610B-DB19-10E3-62A4-86424C4F97A2}"/>
              </a:ext>
            </a:extLst>
          </p:cNvPr>
          <p:cNvGraphicFramePr>
            <a:graphicFrameLocks noGrp="1"/>
          </p:cNvGraphicFramePr>
          <p:nvPr>
            <p:ph idx="1"/>
            <p:extLst>
              <p:ext uri="{D42A27DB-BD31-4B8C-83A1-F6EECF244321}">
                <p14:modId xmlns:p14="http://schemas.microsoft.com/office/powerpoint/2010/main" val="1928533731"/>
              </p:ext>
            </p:extLst>
          </p:nvPr>
        </p:nvGraphicFramePr>
        <p:xfrm>
          <a:off x="838199" y="809470"/>
          <a:ext cx="11243873" cy="60485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985625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01D71C-B450-7C83-1AB4-85E787CA98DE}"/>
            </a:ext>
          </a:extLst>
        </p:cNvPr>
        <p:cNvGrpSpPr/>
        <p:nvPr/>
      </p:nvGrpSpPr>
      <p:grpSpPr>
        <a:xfrm>
          <a:off x="0" y="0"/>
          <a:ext cx="0" cy="0"/>
          <a:chOff x="0" y="0"/>
          <a:chExt cx="0" cy="0"/>
        </a:xfrm>
      </p:grpSpPr>
      <p:pic>
        <p:nvPicPr>
          <p:cNvPr id="67" name="Graphic 66" descr="Group of People">
            <a:extLst>
              <a:ext uri="{FF2B5EF4-FFF2-40B4-BE49-F238E27FC236}">
                <a16:creationId xmlns:a16="http://schemas.microsoft.com/office/drawing/2014/main" id="{688D96D6-A025-9C87-DFAD-E28FFC428C3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999" y="1577491"/>
            <a:ext cx="3684191" cy="3684191"/>
          </a:xfrm>
          <a:prstGeom prst="rect">
            <a:avLst/>
          </a:prstGeom>
        </p:spPr>
      </p:pic>
      <p:sp>
        <p:nvSpPr>
          <p:cNvPr id="96" name="Rectangle 95">
            <a:extLst>
              <a:ext uri="{FF2B5EF4-FFF2-40B4-BE49-F238E27FC236}">
                <a16:creationId xmlns:a16="http://schemas.microsoft.com/office/drawing/2014/main" id="{732BBDD8-8D49-4D88-8935-FBC3DCA333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314" y="2"/>
            <a:ext cx="7556686" cy="6857998"/>
          </a:xfrm>
          <a:prstGeom prst="rect">
            <a:avLst/>
          </a:prstGeom>
          <a:solidFill>
            <a:schemeClr val="tx1">
              <a:lumMod val="50000"/>
              <a:lumOff val="50000"/>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457200"/>
            <a:endParaRPr lang="en-US">
              <a:solidFill>
                <a:srgbClr val="FFFFFF"/>
              </a:solidFill>
              <a:latin typeface="Calibri" panose="020F0502020204030204"/>
            </a:endParaRPr>
          </a:p>
        </p:txBody>
      </p:sp>
      <p:sp>
        <p:nvSpPr>
          <p:cNvPr id="2" name="Title 1">
            <a:extLst>
              <a:ext uri="{FF2B5EF4-FFF2-40B4-BE49-F238E27FC236}">
                <a16:creationId xmlns:a16="http://schemas.microsoft.com/office/drawing/2014/main" id="{EBAE1A87-A794-E61C-E87C-E459E5EDA9C6}"/>
              </a:ext>
            </a:extLst>
          </p:cNvPr>
          <p:cNvSpPr>
            <a:spLocks noGrp="1"/>
          </p:cNvSpPr>
          <p:nvPr>
            <p:ph type="ctrTitle"/>
          </p:nvPr>
        </p:nvSpPr>
        <p:spPr>
          <a:xfrm>
            <a:off x="5278781" y="620720"/>
            <a:ext cx="6157545" cy="5523515"/>
          </a:xfrm>
        </p:spPr>
        <p:txBody>
          <a:bodyPr vert="horz" lIns="91440" tIns="45720" rIns="91440" bIns="45720" rtlCol="0" anchor="ctr">
            <a:normAutofit fontScale="90000"/>
          </a:bodyPr>
          <a:lstStyle/>
          <a:p>
            <a:pPr algn="l"/>
            <a:r>
              <a:rPr lang="en-US" sz="2700" b="1" kern="1200" dirty="0">
                <a:solidFill>
                  <a:schemeClr val="tx1"/>
                </a:solidFill>
                <a:latin typeface="+mj-lt"/>
                <a:ea typeface="+mj-ea"/>
                <a:cs typeface="+mj-cs"/>
              </a:rPr>
              <a:t>                     </a:t>
            </a:r>
            <a:br>
              <a:rPr lang="en-US" sz="2700" b="1" kern="1200" dirty="0">
                <a:solidFill>
                  <a:schemeClr val="tx1"/>
                </a:solidFill>
                <a:latin typeface="+mj-lt"/>
                <a:ea typeface="+mj-ea"/>
                <a:cs typeface="+mj-cs"/>
              </a:rPr>
            </a:br>
            <a:r>
              <a:rPr lang="en-US" sz="2700" b="1" dirty="0"/>
              <a:t>                                  BASIC ETIQUETTES</a:t>
            </a:r>
            <a:br>
              <a:rPr lang="en-US" dirty="0"/>
            </a:br>
            <a:br>
              <a:rPr lang="en-US" sz="1500" kern="1200" dirty="0">
                <a:solidFill>
                  <a:schemeClr val="tx1"/>
                </a:solidFill>
                <a:latin typeface="+mj-lt"/>
                <a:ea typeface="+mj-ea"/>
                <a:cs typeface="+mj-cs"/>
              </a:rPr>
            </a:br>
            <a:br>
              <a:rPr lang="en-US" sz="1500" kern="1200" dirty="0">
                <a:solidFill>
                  <a:schemeClr val="tx1"/>
                </a:solidFill>
                <a:latin typeface="+mj-lt"/>
                <a:ea typeface="+mj-ea"/>
                <a:cs typeface="+mj-cs"/>
              </a:rPr>
            </a:br>
            <a:r>
              <a:rPr lang="en-US" sz="1800" kern="1200" dirty="0">
                <a:solidFill>
                  <a:schemeClr val="tx1"/>
                </a:solidFill>
                <a:latin typeface="+mj-lt"/>
                <a:ea typeface="+mj-ea"/>
                <a:cs typeface="+mj-cs"/>
              </a:rPr>
              <a:t>We have defined guidelines for the Hexaware-FMI team members to abide by. This will ensure that all the team members work in collaborative and transparent way. </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T</a:t>
            </a:r>
            <a:r>
              <a:rPr lang="en-US" sz="1800" b="1" kern="1200" dirty="0">
                <a:solidFill>
                  <a:schemeClr val="tx1"/>
                </a:solidFill>
                <a:latin typeface="+mj-lt"/>
                <a:ea typeface="+mj-ea"/>
                <a:cs typeface="+mj-cs"/>
              </a:rPr>
              <a:t>imesheet</a:t>
            </a:r>
            <a:r>
              <a:rPr lang="en-US" sz="1800" kern="1200" dirty="0">
                <a:solidFill>
                  <a:schemeClr val="tx1"/>
                </a:solidFill>
                <a:latin typeface="+mj-lt"/>
                <a:ea typeface="+mj-ea"/>
                <a:cs typeface="+mj-cs"/>
              </a:rPr>
              <a:t> needs to be completed by Friday EOD. Please ensure your timesheets are filled for any planned leaves (Fridays or longer period) in advance. </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b="1" kern="1200" dirty="0">
                <a:solidFill>
                  <a:schemeClr val="tx1"/>
                </a:solidFill>
                <a:latin typeface="+mj-lt"/>
                <a:ea typeface="+mj-ea"/>
                <a:cs typeface="+mj-cs"/>
              </a:rPr>
              <a:t>Status call availability</a:t>
            </a:r>
            <a:r>
              <a:rPr lang="en-US" sz="1800" kern="1200" dirty="0">
                <a:solidFill>
                  <a:schemeClr val="tx1"/>
                </a:solidFill>
                <a:latin typeface="+mj-lt"/>
                <a:ea typeface="+mj-ea"/>
                <a:cs typeface="+mj-cs"/>
              </a:rPr>
              <a:t>- Internal Hexaware/FMI meetings needs to be time boxed and all the members are expected to be available. In case of unavailability, please inform the forum in advance with your inputs towards the meeting. </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b="1" kern="1200" dirty="0">
                <a:solidFill>
                  <a:schemeClr val="tx1"/>
                </a:solidFill>
                <a:latin typeface="+mj-lt"/>
                <a:ea typeface="+mj-ea"/>
                <a:cs typeface="+mj-cs"/>
              </a:rPr>
              <a:t>Leave plans</a:t>
            </a:r>
            <a:r>
              <a:rPr lang="en-US" sz="1800" kern="1200" dirty="0">
                <a:solidFill>
                  <a:schemeClr val="tx1"/>
                </a:solidFill>
                <a:latin typeface="+mj-lt"/>
                <a:ea typeface="+mj-ea"/>
                <a:cs typeface="+mj-cs"/>
              </a:rPr>
              <a:t> needs to be published in advance. </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b="1" kern="1200" dirty="0">
                <a:solidFill>
                  <a:schemeClr val="tx1"/>
                </a:solidFill>
                <a:latin typeface="+mj-lt"/>
                <a:ea typeface="+mj-ea"/>
                <a:cs typeface="+mj-cs"/>
              </a:rPr>
              <a:t>Communication</a:t>
            </a:r>
            <a:r>
              <a:rPr lang="en-US" sz="1800" kern="1200" dirty="0">
                <a:solidFill>
                  <a:schemeClr val="tx1"/>
                </a:solidFill>
                <a:latin typeface="+mj-lt"/>
                <a:ea typeface="+mj-ea"/>
                <a:cs typeface="+mj-cs"/>
              </a:rPr>
              <a:t> with client needs to be clear and well communicated. </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Send an </a:t>
            </a:r>
            <a:r>
              <a:rPr lang="en-US" sz="1800" b="1" kern="1200" dirty="0">
                <a:solidFill>
                  <a:schemeClr val="tx1"/>
                </a:solidFill>
                <a:latin typeface="+mj-lt"/>
                <a:ea typeface="+mj-ea"/>
                <a:cs typeface="+mj-cs"/>
              </a:rPr>
              <a:t>acknowledgement</a:t>
            </a:r>
            <a:r>
              <a:rPr lang="en-US" sz="1800" kern="1200" dirty="0">
                <a:solidFill>
                  <a:schemeClr val="tx1"/>
                </a:solidFill>
                <a:latin typeface="+mj-lt"/>
                <a:ea typeface="+mj-ea"/>
                <a:cs typeface="+mj-cs"/>
              </a:rPr>
              <a:t> in response to important email messages (both FMI &amp; Hexaware stakeholders).  </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Ensure Project leaders are included in the email communication with the FMI stakeholders and are aware about your </a:t>
            </a:r>
            <a:r>
              <a:rPr lang="en-US" sz="1800" b="1" kern="1200" dirty="0">
                <a:solidFill>
                  <a:schemeClr val="tx1"/>
                </a:solidFill>
                <a:latin typeface="+mj-lt"/>
                <a:ea typeface="+mj-ea"/>
                <a:cs typeface="+mj-cs"/>
              </a:rPr>
              <a:t>progress, issues &amp; blockers.</a:t>
            </a:r>
            <a:r>
              <a:rPr lang="en-US" sz="1800" kern="1200" dirty="0">
                <a:solidFill>
                  <a:schemeClr val="tx1"/>
                </a:solidFill>
                <a:latin typeface="+mj-lt"/>
                <a:ea typeface="+mj-ea"/>
                <a:cs typeface="+mj-cs"/>
              </a:rPr>
              <a:t> </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Any </a:t>
            </a:r>
            <a:r>
              <a:rPr lang="en-US" sz="1800" b="1" kern="1200" dirty="0">
                <a:solidFill>
                  <a:schemeClr val="tx1"/>
                </a:solidFill>
                <a:latin typeface="+mj-lt"/>
                <a:ea typeface="+mj-ea"/>
                <a:cs typeface="+mj-cs"/>
              </a:rPr>
              <a:t>conflict</a:t>
            </a:r>
            <a:r>
              <a:rPr lang="en-US" sz="1800" kern="1200" dirty="0">
                <a:solidFill>
                  <a:schemeClr val="tx1"/>
                </a:solidFill>
                <a:latin typeface="+mj-lt"/>
                <a:ea typeface="+mj-ea"/>
                <a:cs typeface="+mj-cs"/>
              </a:rPr>
              <a:t>, please raise it immediately with the leaders. </a:t>
            </a:r>
            <a:br>
              <a:rPr lang="en-US" sz="1800" kern="1200" dirty="0">
                <a:solidFill>
                  <a:schemeClr val="tx1"/>
                </a:solidFill>
                <a:latin typeface="+mj-lt"/>
                <a:ea typeface="+mj-ea"/>
                <a:cs typeface="+mj-cs"/>
              </a:rPr>
            </a:br>
            <a:br>
              <a:rPr lang="en-US" sz="1800" kern="1200" dirty="0">
                <a:solidFill>
                  <a:schemeClr val="tx1"/>
                </a:solidFill>
                <a:latin typeface="+mj-lt"/>
                <a:ea typeface="+mj-ea"/>
                <a:cs typeface="+mj-cs"/>
              </a:rPr>
            </a:br>
            <a:r>
              <a:rPr lang="en-US" sz="1800" kern="1200" dirty="0">
                <a:solidFill>
                  <a:schemeClr val="tx1"/>
                </a:solidFill>
                <a:latin typeface="+mj-lt"/>
                <a:ea typeface="+mj-ea"/>
                <a:cs typeface="+mj-cs"/>
              </a:rPr>
              <a:t>Most important- </a:t>
            </a:r>
            <a:r>
              <a:rPr lang="en-US" sz="1800" b="1" kern="1200" dirty="0">
                <a:solidFill>
                  <a:schemeClr val="tx1"/>
                </a:solidFill>
                <a:latin typeface="+mj-lt"/>
                <a:ea typeface="+mj-ea"/>
                <a:cs typeface="+mj-cs"/>
              </a:rPr>
              <a:t>ASK Questions and Don’t wait to Communicate!!!! </a:t>
            </a:r>
            <a:br>
              <a:rPr lang="en-US" sz="1500" b="1" kern="1200" dirty="0">
                <a:solidFill>
                  <a:schemeClr val="tx1"/>
                </a:solidFill>
                <a:latin typeface="+mj-lt"/>
                <a:ea typeface="+mj-ea"/>
                <a:cs typeface="+mj-cs"/>
              </a:rPr>
            </a:br>
            <a:endParaRPr lang="en-US" sz="1500" b="1" kern="1200" dirty="0">
              <a:solidFill>
                <a:schemeClr val="tx1"/>
              </a:solidFill>
              <a:latin typeface="+mj-lt"/>
              <a:ea typeface="+mj-ea"/>
              <a:cs typeface="+mj-cs"/>
            </a:endParaRPr>
          </a:p>
        </p:txBody>
      </p:sp>
    </p:spTree>
    <p:extLst>
      <p:ext uri="{BB962C8B-B14F-4D97-AF65-F5344CB8AC3E}">
        <p14:creationId xmlns:p14="http://schemas.microsoft.com/office/powerpoint/2010/main" val="1739744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888259-FC9D-8DD1-13EA-321AEE69F735}"/>
            </a:ext>
          </a:extLst>
        </p:cNvPr>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4" name="Graphic 53" descr="User">
            <a:extLst>
              <a:ext uri="{FF2B5EF4-FFF2-40B4-BE49-F238E27FC236}">
                <a16:creationId xmlns:a16="http://schemas.microsoft.com/office/drawing/2014/main" id="{DC0A1B7F-7692-C17E-D8C8-C04728908F5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31239" y="1525536"/>
            <a:ext cx="3775459" cy="3775459"/>
          </a:xfrm>
          <a:prstGeom prst="rect">
            <a:avLst/>
          </a:prstGeom>
        </p:spPr>
      </p:pic>
      <p:sp>
        <p:nvSpPr>
          <p:cNvPr id="61" name="Freeform: Shape 60">
            <a:extLst>
              <a:ext uri="{FF2B5EF4-FFF2-40B4-BE49-F238E27FC236}">
                <a16:creationId xmlns:a16="http://schemas.microsoft.com/office/drawing/2014/main" id="{B9A1D9BC-1455-4308-9ABD-A3F8EDB6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96068" y="320442"/>
            <a:ext cx="6572492" cy="6212748"/>
          </a:xfrm>
          <a:custGeom>
            <a:avLst/>
            <a:gdLst>
              <a:gd name="connsiteX0" fmla="*/ 0 w 6572492"/>
              <a:gd name="connsiteY0" fmla="*/ 0 h 6212748"/>
              <a:gd name="connsiteX1" fmla="*/ 2248593 w 6572492"/>
              <a:gd name="connsiteY1" fmla="*/ 0 h 6212748"/>
              <a:gd name="connsiteX2" fmla="*/ 2694770 w 6572492"/>
              <a:gd name="connsiteY2" fmla="*/ 0 h 6212748"/>
              <a:gd name="connsiteX3" fmla="*/ 2991094 w 6572492"/>
              <a:gd name="connsiteY3" fmla="*/ 0 h 6212748"/>
              <a:gd name="connsiteX4" fmla="*/ 6572492 w 6572492"/>
              <a:gd name="connsiteY4" fmla="*/ 0 h 6212748"/>
              <a:gd name="connsiteX5" fmla="*/ 6572492 w 6572492"/>
              <a:gd name="connsiteY5" fmla="*/ 2864954 h 6212748"/>
              <a:gd name="connsiteX6" fmla="*/ 3129047 w 6572492"/>
              <a:gd name="connsiteY6" fmla="*/ 6212748 h 6212748"/>
              <a:gd name="connsiteX7" fmla="*/ 2694770 w 6572492"/>
              <a:gd name="connsiteY7" fmla="*/ 6212748 h 6212748"/>
              <a:gd name="connsiteX8" fmla="*/ 2248593 w 6572492"/>
              <a:gd name="connsiteY8" fmla="*/ 6212748 h 6212748"/>
              <a:gd name="connsiteX9" fmla="*/ 0 w 6572492"/>
              <a:gd name="connsiteY9" fmla="*/ 6212748 h 621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572492" h="6212748">
                <a:moveTo>
                  <a:pt x="0" y="0"/>
                </a:moveTo>
                <a:lnTo>
                  <a:pt x="2248593" y="0"/>
                </a:lnTo>
                <a:lnTo>
                  <a:pt x="2694770" y="0"/>
                </a:lnTo>
                <a:lnTo>
                  <a:pt x="2991094" y="0"/>
                </a:lnTo>
                <a:lnTo>
                  <a:pt x="6572492" y="0"/>
                </a:lnTo>
                <a:lnTo>
                  <a:pt x="6572492" y="2864954"/>
                </a:lnTo>
                <a:lnTo>
                  <a:pt x="3129047" y="6212748"/>
                </a:lnTo>
                <a:lnTo>
                  <a:pt x="2694770" y="6212748"/>
                </a:lnTo>
                <a:lnTo>
                  <a:pt x="2248593" y="6212748"/>
                </a:lnTo>
                <a:lnTo>
                  <a:pt x="0" y="6212748"/>
                </a:lnTo>
                <a:close/>
              </a:path>
            </a:pathLst>
          </a:custGeom>
          <a:solidFill>
            <a:schemeClr val="tx1">
              <a:lumMod val="50000"/>
              <a:lumOff val="5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63" name="Right Triangle 6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5" name="Rectangle 64">
            <a:extLst>
              <a:ext uri="{FF2B5EF4-FFF2-40B4-BE49-F238E27FC236}">
                <a16:creationId xmlns:a16="http://schemas.microsoft.com/office/drawing/2014/main" id="{4A62647B-1222-407C-8740-5A497612B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10D7F7-E784-9C83-3769-30DC90D94341}"/>
              </a:ext>
            </a:extLst>
          </p:cNvPr>
          <p:cNvSpPr>
            <a:spLocks noGrp="1"/>
          </p:cNvSpPr>
          <p:nvPr>
            <p:ph type="ctrTitle"/>
          </p:nvPr>
        </p:nvSpPr>
        <p:spPr>
          <a:xfrm>
            <a:off x="5775961" y="962526"/>
            <a:ext cx="5384800" cy="3210689"/>
          </a:xfrm>
        </p:spPr>
        <p:txBody>
          <a:bodyPr anchor="b">
            <a:normAutofit/>
          </a:bodyPr>
          <a:lstStyle/>
          <a:p>
            <a:pPr algn="l"/>
            <a:r>
              <a:rPr lang="en-US" sz="7200" b="1"/>
              <a:t>Thank You </a:t>
            </a:r>
          </a:p>
        </p:txBody>
      </p:sp>
    </p:spTree>
    <p:extLst>
      <p:ext uri="{BB962C8B-B14F-4D97-AF65-F5344CB8AC3E}">
        <p14:creationId xmlns:p14="http://schemas.microsoft.com/office/powerpoint/2010/main" val="3696805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54"/>
                                        </p:tgtEl>
                                        <p:attrNameLst>
                                          <p:attrName>style.visibility</p:attrName>
                                        </p:attrNameLst>
                                      </p:cBhvr>
                                      <p:to>
                                        <p:strVal val="visible"/>
                                      </p:to>
                                    </p:set>
                                    <p:animEffect transition="in" filter="fade">
                                      <p:cBhvr>
                                        <p:cTn id="10" dur="7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4003FE71B06DE498872E0DCFEEAF99F" ma:contentTypeVersion="22" ma:contentTypeDescription="Create a new document." ma:contentTypeScope="" ma:versionID="f5f386fdf3231e09a7d9798c41af5c9c">
  <xsd:schema xmlns:xsd="http://www.w3.org/2001/XMLSchema" xmlns:xs="http://www.w3.org/2001/XMLSchema" xmlns:p="http://schemas.microsoft.com/office/2006/metadata/properties" xmlns:ns2="44bad85c-f648-40ca-8057-dd9b696310a9" xmlns:ns3="06568ecf-3b5c-4587-976f-d34a5ba616d3" targetNamespace="http://schemas.microsoft.com/office/2006/metadata/properties" ma:root="true" ma:fieldsID="06b9cf416c5c91357426be659587f3b7" ns2:_="" ns3:_="">
    <xsd:import namespace="44bad85c-f648-40ca-8057-dd9b696310a9"/>
    <xsd:import namespace="06568ecf-3b5c-4587-976f-d34a5ba616d3"/>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LengthInSeconds" minOccurs="0"/>
                <xsd:element ref="ns2:MediaServiceAutoKeyPoints" minOccurs="0"/>
                <xsd:element ref="ns2:MediaServiceKeyPoints" minOccurs="0"/>
                <xsd:element ref="ns2:MediaServiceLocation" minOccurs="0"/>
                <xsd:element ref="ns3:TaxCatchAll" minOccurs="0"/>
                <xsd:element ref="ns2:lcf76f155ced4ddcb4097134ff3c332f"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bad85c-f648-40ca-8057-dd9b696310a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ceb2da71-f184-4254-8e62-0576d24e8d4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06568ecf-3b5c-4587-976f-d34a5ba616d3"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49fce784-6cf5-4318-bd82-230b1fcc314a}" ma:internalName="TaxCatchAll" ma:showField="CatchAllData" ma:web="06568ecf-3b5c-4587-976f-d34a5ba616d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06568ecf-3b5c-4587-976f-d34a5ba616d3" xsi:nil="true"/>
    <lcf76f155ced4ddcb4097134ff3c332f xmlns="44bad85c-f648-40ca-8057-dd9b696310a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4771A28-00A0-4438-A5D8-F7DD6C5A0139}">
  <ds:schemaRefs>
    <ds:schemaRef ds:uri="http://schemas.microsoft.com/sharepoint/v3/contenttype/forms"/>
  </ds:schemaRefs>
</ds:datastoreItem>
</file>

<file path=customXml/itemProps2.xml><?xml version="1.0" encoding="utf-8"?>
<ds:datastoreItem xmlns:ds="http://schemas.openxmlformats.org/officeDocument/2006/customXml" ds:itemID="{0EDB9750-60E3-4295-80F2-A938D1A058BB}"/>
</file>

<file path=customXml/itemProps3.xml><?xml version="1.0" encoding="utf-8"?>
<ds:datastoreItem xmlns:ds="http://schemas.openxmlformats.org/officeDocument/2006/customXml" ds:itemID="{67ADF6C7-E5F2-466B-A462-910BDD8B96C7}">
  <ds:schemaRefs>
    <ds:schemaRef ds:uri="http://schemas.microsoft.com/office/2006/metadata/properties"/>
    <ds:schemaRef ds:uri="http://schemas.microsoft.com/office/infopath/2007/PartnerControls"/>
    <ds:schemaRef ds:uri="06568ecf-3b5c-4587-976f-d34a5ba616d3"/>
    <ds:schemaRef ds:uri="44bad85c-f648-40ca-8057-dd9b696310a9"/>
  </ds:schemaRefs>
</ds:datastoreItem>
</file>

<file path=docProps/app.xml><?xml version="1.0" encoding="utf-8"?>
<Properties xmlns="http://schemas.openxmlformats.org/officeDocument/2006/extended-properties" xmlns:vt="http://schemas.openxmlformats.org/officeDocument/2006/docPropsVTypes">
  <TotalTime>528</TotalTime>
  <Words>771</Words>
  <Application>Microsoft Office PowerPoint</Application>
  <PresentationFormat>Widescreen</PresentationFormat>
  <Paragraphs>74</Paragraphs>
  <Slides>9</Slides>
  <Notes>3</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Hexaware -FMI Onboarding and Training  Journey </vt:lpstr>
      <vt:lpstr>FMI KT Planner</vt:lpstr>
      <vt:lpstr>Day 1- Onboarding Process </vt:lpstr>
      <vt:lpstr>Day 2- Know Your Customer and Hexaware  </vt:lpstr>
      <vt:lpstr>Day 3- Snowflake Refresh  </vt:lpstr>
      <vt:lpstr>Day 4- ETL Patterns and Snowflake Refresh  </vt:lpstr>
      <vt:lpstr>Day 5- Reporting LandScape  and Tools Used </vt:lpstr>
      <vt:lpstr>                                                        BASIC ETIQUETTES   We have defined guidelines for the Hexaware-FMI team members to abide by. This will ensure that all the team members work in collaborative and transparent way.   Timesheet needs to be completed by Friday EOD. Please ensure your timesheets are filled for any planned leaves (Fridays or longer period) in advance.   Status call availability- Internal Hexaware/FMI meetings needs to be time boxed and all the members are expected to be available. In case of unavailability, please inform the forum in advance with your inputs towards the meeting.   Leave plans needs to be published in advance.   Communication with client needs to be clear and well communicated.   Send an acknowledgement in response to important email messages (both FMI &amp; Hexaware stakeholders).    Ensure Project leaders are included in the email communication with the FMI stakeholders and are aware about your progress, issues &amp; blockers.   Any conflict, please raise it immediately with the leaders.   Most important- ASK Questions and Don’t wait to Communicate!!!!  </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Wilson M</dc:creator>
  <cp:lastModifiedBy>Wilson M</cp:lastModifiedBy>
  <cp:revision>13</cp:revision>
  <dcterms:created xsi:type="dcterms:W3CDTF">2025-11-19T08:40:22Z</dcterms:created>
  <dcterms:modified xsi:type="dcterms:W3CDTF">2025-12-11T05:14:55Z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0x01010004003FE71B06DE498872E0DCFEEAF99F</vt:lpwstr>
  </property>
  <property fmtid="{D5CDD505-2E9C-101B-9397-08002B2CF9AE}" pid="3" name="MediaServiceImageTags">
    <vt:lpwstr/>
  </property>
</Properties>
</file>